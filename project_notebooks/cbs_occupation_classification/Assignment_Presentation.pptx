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606e20e410471e" /><Relationship Type="http://schemas.openxmlformats.org/officeDocument/2006/relationships/extended-properties" Target="/docProps/app.xml" Id="R8aa64b93149a4bec" /><Relationship Type="http://schemas.openxmlformats.org/officeDocument/2006/relationships/officeDocument" Target="/ppt/presentation.xml" Id="Rf8a08ed6ff804124" /></Relationships>
</file>

<file path=ppt/presentation.xml><?xml version="1.0" encoding="utf-8"?>
<p:presentation xmlns:p="http://schemas.openxmlformats.org/presentationml/2006/main">
  <p:sldMasterIdLst>
    <p:sldMasterId xmlns:r="http://schemas.openxmlformats.org/officeDocument/2006/relationships" id="2147483648" r:id="R5bb67a7556a04e9b"/>
  </p:sldMasterIdLst>
  <p:notesMasterIdLst>
    <p:notesMasterId xmlns:r="http://schemas.openxmlformats.org/officeDocument/2006/relationships" r:id="Rd4924cbad8024c90"/>
  </p:notesMasterIdLst>
  <p:sldIdLst>
    <p:sldId xmlns:r="http://schemas.openxmlformats.org/officeDocument/2006/relationships" id="256" r:id="R77ebd848bb004872"/>
    <p:sldId xmlns:r="http://schemas.openxmlformats.org/officeDocument/2006/relationships" id="257" r:id="R366c121342d34c6f"/>
    <p:sldId xmlns:r="http://schemas.openxmlformats.org/officeDocument/2006/relationships" id="258" r:id="R7e343fb38386472c"/>
    <p:sldId xmlns:r="http://schemas.openxmlformats.org/officeDocument/2006/relationships" id="259" r:id="R5d3be236f7cd46a8"/>
    <p:sldId xmlns:r="http://schemas.openxmlformats.org/officeDocument/2006/relationships" id="260" r:id="Rd60ecdae40684b5e"/>
    <p:sldId xmlns:r="http://schemas.openxmlformats.org/officeDocument/2006/relationships" id="261" r:id="R1b977af2a7ba4cc2"/>
    <p:sldId xmlns:r="http://schemas.openxmlformats.org/officeDocument/2006/relationships" id="262" r:id="Rffc1776e53ae4b8f"/>
    <p:sldId xmlns:r="http://schemas.openxmlformats.org/officeDocument/2006/relationships" id="263" r:id="Rad6ad91cc39a4547"/>
    <p:sldId xmlns:r="http://schemas.openxmlformats.org/officeDocument/2006/relationships" id="264" r:id="R427b9597c34f40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5c2a242709434d" /><Relationship Type="http://schemas.openxmlformats.org/officeDocument/2006/relationships/slideMaster" Target="/ppt/slideMasters/slideMaster1.xml" Id="R5bb67a7556a04e9b" /><Relationship Type="http://schemas.openxmlformats.org/officeDocument/2006/relationships/notesMaster" Target="/ppt/notesMasters/notesMaster1.xml" Id="Rd4924cbad8024c90" /><Relationship Type="http://schemas.openxmlformats.org/officeDocument/2006/relationships/presProps" Target="/ppt/presProps.xml" Id="Re6b53ee07e1c4073" /><Relationship Type="http://schemas.openxmlformats.org/officeDocument/2006/relationships/tableStyles" Target="/ppt/tableStyles.xml" Id="Ra46c39628e634dfe" /><Relationship Type="http://schemas.openxmlformats.org/officeDocument/2006/relationships/slide" Target="/ppt/slides/slide1.xml" Id="R77ebd848bb004872" /><Relationship Type="http://schemas.openxmlformats.org/officeDocument/2006/relationships/slide" Target="/ppt/slides/slide2.xml" Id="R366c121342d34c6f" /><Relationship Type="http://schemas.openxmlformats.org/officeDocument/2006/relationships/slide" Target="/ppt/slides/slide3.xml" Id="R7e343fb38386472c" /><Relationship Type="http://schemas.openxmlformats.org/officeDocument/2006/relationships/slide" Target="/ppt/slides/slide4.xml" Id="R5d3be236f7cd46a8" /><Relationship Type="http://schemas.openxmlformats.org/officeDocument/2006/relationships/slide" Target="/ppt/slides/slide5.xml" Id="Rd60ecdae40684b5e" /><Relationship Type="http://schemas.openxmlformats.org/officeDocument/2006/relationships/slide" Target="/ppt/slides/slide6.xml" Id="R1b977af2a7ba4cc2" /><Relationship Type="http://schemas.openxmlformats.org/officeDocument/2006/relationships/slide" Target="/ppt/slides/slide7.xml" Id="Rffc1776e53ae4b8f" /><Relationship Type="http://schemas.openxmlformats.org/officeDocument/2006/relationships/slide" Target="/ppt/slides/slide8.xml" Id="Rad6ad91cc39a4547" /><Relationship Type="http://schemas.openxmlformats.org/officeDocument/2006/relationships/slide" Target="/ppt/slides/slide9.xml" Id="R427b9597c34f40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b56b9912cb4a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993ccd9fc14be1" /><Relationship Type="http://schemas.openxmlformats.org/officeDocument/2006/relationships/notesMaster" Target="/ppt/notesMasters/notesMaster1.xml" Id="R2e9469f38d2b43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6298d063134410" /><Relationship Type="http://schemas.openxmlformats.org/officeDocument/2006/relationships/notesMaster" Target="/ppt/notesMasters/notesMaster1.xml" Id="Ra5f87c61529246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e6fb3291644074" /><Relationship Type="http://schemas.openxmlformats.org/officeDocument/2006/relationships/notesMaster" Target="/ppt/notesMasters/notesMaster1.xml" Id="Ree5680a38fde43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4ec2bb327b4fdb" /><Relationship Type="http://schemas.openxmlformats.org/officeDocument/2006/relationships/notesMaster" Target="/ppt/notesMasters/notesMaster1.xml" Id="Raf1128a09adc47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4db14f417b4680" /><Relationship Type="http://schemas.openxmlformats.org/officeDocument/2006/relationships/notesMaster" Target="/ppt/notesMasters/notesMaster1.xml" Id="Rd1fae7aba8d545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74a147c5e64148" /><Relationship Type="http://schemas.openxmlformats.org/officeDocument/2006/relationships/notesMaster" Target="/ppt/notesMasters/notesMaster1.xml" Id="Rc9eaa617c82049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8dd056d94c4034" /><Relationship Type="http://schemas.openxmlformats.org/officeDocument/2006/relationships/notesMaster" Target="/ppt/notesMasters/notesMaster1.xml" Id="R4b5a2da6a5c243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e9aaf449e44eaa" /><Relationship Type="http://schemas.openxmlformats.org/officeDocument/2006/relationships/notesMaster" Target="/ppt/notesMasters/notesMaster1.xml" Id="R2885351d115446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46d3cb9fc5408c" /><Relationship Type="http://schemas.openxmlformats.org/officeDocument/2006/relationships/notesMaster" Target="/ppt/notesMasters/notesMaster1.xml" Id="Rd94abb03c68f4f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assignment brief and DUMMY_DATASET.xlsx. Simulated data only. No performance claim on real CBS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brief paragraphs headed הרקע and המטלה. The approximately 90% figure describes sample checks in the brief, not a measured result on this file. The proposed assistance workflow is a design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DUMMY_DATASET.xlsx, Survey Dataset A:R and Metadata A:D. Computed by notebook sections 2–3. SHA-256 e1e7f391c0675dd14830eaae6b5cd114edc256f18b956bb48a454b0b1209e1ac.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notebook quality diagnostics. Identical feature rows IDs 2,33,65,96 have labels 3311,3211,3211,3211. Do not infer that majority coding is ground truth. ID is מספר רץ and TarichHathala is role start date in Metadata. Formula in J202 is not a survey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notebook sections 1,3,4,6. scikit-learn text feature extraction https://scikit-learn.org/stable/modules/feature_extraction.html and LinearSVC https://scikit-learn.org/stable/modules/generated/sklearn.svm.LinearSVC.html. Character n-grams can capture local spelling overlap. They are not guaranteed semantic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notebook sections 3–4. GroupKFold https://scikit-learn.org/stable/modules/generated/sklearn.model_selection.GroupKFold.html and leakage guidance https://scikit-learn.org/stable/common_pitfalls.html. 90 exact normalized core-description groups. No model tuning from evaluation scores. Near duplicates may remain across groups. No independent final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assignment_results/model_comparison.csv, pooled grouped out-of-fold predictions. Macro F1 uses all 59 complete-label classes. The combined model was fixed before comparison. It is not superior to characters on every metric. Random-row accuracy 79.6% is a sensitivity check and is not directly comparable as an independent production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notebook sections 5–7 and partial_label_suggestions.csv. Nine partial records: four 1XXX, four XXXX, one 335X. No complete gold label is available for these cases. All require human review. SVC margins are not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implementation proposals from notebook section 8. ILO definitions https://isco.ilo.org/en/isco-08/. CBS code list https://www.cbs.gov.il/he/Pages/Code-list.aspx. CBS 2026 draft announcement 30 April 2026 https://www.cbs.gov.il/he/mediarelease/DocLib/2026/132/20_26_132b.pdf. The assignment remains a four-digit target. No mapping to the new taxonomy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0b79b2883447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fb795db43440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94814721c846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153e88c16045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5217a8003e41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c9c523aaeb4c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4E7C6-D94C-4092-B06C-805805152E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E37297-FFF0-46A2-AE95-708584097C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996346-5284-4AA2-8409-690793BF3F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A30EC0-F572-4649-8816-1D431CEF9B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E2582D-545E-4144-933B-EECC8B3A4F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1E5F1F-5A44-475A-9B75-81A370F11A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DCC173-A719-49FE-BBB1-089FD56561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1FFFE9-7BBC-4F59-A184-47274995B2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86AAF7-9FB7-4166-88A0-0086B4FE41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A7BB71-C32D-45DA-A1FE-8B9BDFA736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5a927df9ad44d6" /><Relationship Type="http://schemas.openxmlformats.org/officeDocument/2006/relationships/slideLayout" Target="/ppt/slideLayouts/slideLayout1.xml" Id="R5988c5d31943444e" /><Relationship Type="http://schemas.openxmlformats.org/officeDocument/2006/relationships/slideLayout" Target="/ppt/slideLayouts/slideLayout2.xml" Id="R43e2b975d4f64d8d" /><Relationship Type="http://schemas.openxmlformats.org/officeDocument/2006/relationships/slideLayout" Target="/ppt/slideLayouts/slideLayout3.xml" Id="Re4c2c5c5615e408e" /><Relationship Type="http://schemas.openxmlformats.org/officeDocument/2006/relationships/slideLayout" Target="/ppt/slideLayouts/slideLayout4.xml" Id="Rb2e69919028f4653" /><Relationship Type="http://schemas.openxmlformats.org/officeDocument/2006/relationships/slideLayout" Target="/ppt/slideLayouts/slideLayout5.xml" Id="R05435dd0bd484085" /><Relationship Type="http://schemas.openxmlformats.org/officeDocument/2006/relationships/slideLayout" Target="/ppt/slideLayouts/slideLayout6.xml" Id="R1bdc9e4cba624e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88c5d31943444e"/>
    <p:sldLayoutId xmlns:r="http://schemas.openxmlformats.org/officeDocument/2006/relationships" id="2147483650" r:id="R43e2b975d4f64d8d"/>
    <p:sldLayoutId xmlns:r="http://schemas.openxmlformats.org/officeDocument/2006/relationships" id="2147483651" r:id="Re4c2c5c5615e408e"/>
    <p:sldLayoutId xmlns:r="http://schemas.openxmlformats.org/officeDocument/2006/relationships" id="2147483652" r:id="Rb2e69919028f4653"/>
    <p:sldLayoutId xmlns:r="http://schemas.openxmlformats.org/officeDocument/2006/relationships" id="2147483653" r:id="R05435dd0bd484085"/>
    <p:sldLayoutId xmlns:r="http://schemas.openxmlformats.org/officeDocument/2006/relationships" id="2147483654" r:id="R1bdc9e4cba624e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e6497f6e564af7" /><Relationship Type="http://schemas.openxmlformats.org/officeDocument/2006/relationships/notesSlide" Target="/ppt/notesSlides/notesSlide1.xml" Id="R307650711b5840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11db01cd644f10" /><Relationship Type="http://schemas.openxmlformats.org/officeDocument/2006/relationships/notesSlide" Target="/ppt/notesSlides/notesSlide2.xml" Id="Rb5b69e37406942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99fae8f6e4e41" /><Relationship Type="http://schemas.openxmlformats.org/officeDocument/2006/relationships/notesSlide" Target="/ppt/notesSlides/notesSlide3.xml" Id="R2c75394c5d2a41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3f507a97fc947e5" /><Relationship Type="http://schemas.openxmlformats.org/officeDocument/2006/relationships/notesSlide" Target="/ppt/notesSlides/notesSlide4.xml" Id="R758abe9b3cde42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adbf64ced14b90" /><Relationship Type="http://schemas.openxmlformats.org/officeDocument/2006/relationships/notesSlide" Target="/ppt/notesSlides/notesSlide5.xml" Id="Ra0ed91d6630640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f65aca21e44646" /><Relationship Type="http://schemas.openxmlformats.org/officeDocument/2006/relationships/notesSlide" Target="/ppt/notesSlides/notesSlide6.xml" Id="Re84c407026f444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a3db0dace6c460f" /><Relationship Type="http://schemas.openxmlformats.org/officeDocument/2006/relationships/notesSlide" Target="/ppt/notesSlides/notesSlide7.xml" Id="R13f3d69a50ff43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9228cc35944d4e" /><Relationship Type="http://schemas.openxmlformats.org/officeDocument/2006/relationships/notesSlide" Target="/ppt/notesSlides/notesSlide8.xml" Id="R84e24a44fc3742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c7fce02ca14f3e" /><Relationship Type="http://schemas.openxmlformats.org/officeDocument/2006/relationships/notesSlide" Target="/ppt/notesSlides/notesSlide9.xml" Id="Ra3f58b6f10c9404c"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5B5E1CA-8315-4EEA-9774-9CE8A5507960}"/>
              </a:ext>
            </a:extLst>
          </p:cNvPr>
          <p:cNvSpPr>
            <a:spLocks xmlns:a="http://schemas.openxmlformats.org/drawingml/2006/main" noGrp="1"/>
          </p:cNvSpPr>
          <p:nvPr/>
        </p:nvSpPr>
        <p:spPr>
          <a:xfrm xmlns:a="http://schemas.openxmlformats.org/drawingml/2006/main">
            <a:off x="10613422" y="476250"/>
            <a:ext cx="930878"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סיווג</a:t>
            </a:r>
          </a:p>
        </p:txBody>
      </p:sp>
      <p:sp>
        <p:nvSpPr>
          <p:cNvPr id="2" name="">
            <a:extLst xmlns:a="http://schemas.openxmlformats.org/drawingml/2006/main">
              <a:ext uri="{FF2B5EF4-FFF2-40B4-BE49-F238E27FC236}">
                <a16:creationId xmlns:a16="http://schemas.microsoft.com/office/drawing/2014/main" id="{49C2CB5B-70E9-4E78-B475-1C65C51E6932}"/>
              </a:ext>
            </a:extLst>
          </p:cNvPr>
          <p:cNvSpPr>
            <a:spLocks xmlns:a="http://schemas.openxmlformats.org/drawingml/2006/main" noGrp="1"/>
          </p:cNvSpPr>
          <p:nvPr/>
        </p:nvSpPr>
        <p:spPr>
          <a:xfrm xmlns:a="http://schemas.openxmlformats.org/drawingml/2006/main">
            <a:off x="9152954" y="476250"/>
            <a:ext cx="133359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משלחי</a:t>
            </a:r>
          </a:p>
        </p:txBody>
      </p:sp>
      <p:sp>
        <p:nvSpPr>
          <p:cNvPr id="3" name="">
            <a:extLst xmlns:a="http://schemas.openxmlformats.org/drawingml/2006/main">
              <a:ext uri="{FF2B5EF4-FFF2-40B4-BE49-F238E27FC236}">
                <a16:creationId xmlns:a16="http://schemas.microsoft.com/office/drawing/2014/main" id="{62482AB2-C287-4151-8CBC-AE2BBA5F3088}"/>
              </a:ext>
            </a:extLst>
          </p:cNvPr>
          <p:cNvSpPr>
            <a:spLocks xmlns:a="http://schemas.openxmlformats.org/drawingml/2006/main" noGrp="1"/>
          </p:cNvSpPr>
          <p:nvPr/>
        </p:nvSpPr>
        <p:spPr>
          <a:xfrm xmlns:a="http://schemas.openxmlformats.org/drawingml/2006/main">
            <a:off x="8608695" y="476250"/>
            <a:ext cx="41738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יד</a:t>
            </a:r>
          </a:p>
        </p:txBody>
      </p:sp>
      <p:sp>
        <p:nvSpPr>
          <p:cNvPr id="4" name="">
            <a:extLst xmlns:a="http://schemas.openxmlformats.org/drawingml/2006/main">
              <a:ext uri="{FF2B5EF4-FFF2-40B4-BE49-F238E27FC236}">
                <a16:creationId xmlns:a16="http://schemas.microsoft.com/office/drawing/2014/main" id="{A62757C4-A7EE-4903-9DDC-9D19183451B5}"/>
              </a:ext>
            </a:extLst>
          </p:cNvPr>
          <p:cNvSpPr>
            <a:spLocks xmlns:a="http://schemas.openxmlformats.org/drawingml/2006/main" noGrp="1"/>
          </p:cNvSpPr>
          <p:nvPr/>
        </p:nvSpPr>
        <p:spPr>
          <a:xfrm xmlns:a="http://schemas.openxmlformats.org/drawingml/2006/main">
            <a:off x="7458647" y="476250"/>
            <a:ext cx="102317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מתוך</a:t>
            </a:r>
          </a:p>
        </p:txBody>
      </p:sp>
      <p:sp>
        <p:nvSpPr>
          <p:cNvPr id="5" name="">
            <a:extLst xmlns:a="http://schemas.openxmlformats.org/drawingml/2006/main">
              <a:ext uri="{FF2B5EF4-FFF2-40B4-BE49-F238E27FC236}">
                <a16:creationId xmlns:a16="http://schemas.microsoft.com/office/drawing/2014/main" id="{CCB5C461-AAA1-4710-811E-01CACD089AF5}"/>
              </a:ext>
            </a:extLst>
          </p:cNvPr>
          <p:cNvSpPr>
            <a:spLocks xmlns:a="http://schemas.openxmlformats.org/drawingml/2006/main" noGrp="1"/>
          </p:cNvSpPr>
          <p:nvPr/>
        </p:nvSpPr>
        <p:spPr>
          <a:xfrm xmlns:a="http://schemas.openxmlformats.org/drawingml/2006/main">
            <a:off x="6049804" y="476250"/>
            <a:ext cx="1281970"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תיאורי</a:t>
            </a:r>
          </a:p>
        </p:txBody>
      </p:sp>
      <p:sp>
        <p:nvSpPr>
          <p:cNvPr id="6" name="">
            <a:extLst xmlns:a="http://schemas.openxmlformats.org/drawingml/2006/main">
              <a:ext uri="{FF2B5EF4-FFF2-40B4-BE49-F238E27FC236}">
                <a16:creationId xmlns:a16="http://schemas.microsoft.com/office/drawing/2014/main" id="{568BCA8C-7719-4A39-BA6A-62820C0B5B71}"/>
              </a:ext>
            </a:extLst>
          </p:cNvPr>
          <p:cNvSpPr>
            <a:spLocks xmlns:a="http://schemas.openxmlformats.org/drawingml/2006/main" noGrp="1"/>
          </p:cNvSpPr>
          <p:nvPr/>
        </p:nvSpPr>
        <p:spPr>
          <a:xfrm xmlns:a="http://schemas.openxmlformats.org/drawingml/2006/main">
            <a:off x="4662392" y="476250"/>
            <a:ext cx="1260538"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עבודה</a:t>
            </a:r>
          </a:p>
        </p:txBody>
      </p:sp>
      <p:sp>
        <p:nvSpPr>
          <p:cNvPr id="7" name="">
            <a:extLst xmlns:a="http://schemas.openxmlformats.org/drawingml/2006/main">
              <a:ext uri="{FF2B5EF4-FFF2-40B4-BE49-F238E27FC236}">
                <a16:creationId xmlns:a16="http://schemas.microsoft.com/office/drawing/2014/main" id="{EDBE8DBB-78B1-4576-852F-BCCD4C72BAB5}"/>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8AA998C4-D4A4-476D-BC0C-6E4EFAB1341C}"/>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9" name="">
            <a:extLst xmlns:a="http://schemas.openxmlformats.org/drawingml/2006/main">
              <a:ext uri="{FF2B5EF4-FFF2-40B4-BE49-F238E27FC236}">
                <a16:creationId xmlns:a16="http://schemas.microsoft.com/office/drawing/2014/main" id="{89ADACA2-B254-4A5B-BB0E-36A6FDFE94F8}"/>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10" name="">
            <a:extLst xmlns:a="http://schemas.openxmlformats.org/drawingml/2006/main">
              <a:ext uri="{FF2B5EF4-FFF2-40B4-BE49-F238E27FC236}">
                <a16:creationId xmlns:a16="http://schemas.microsoft.com/office/drawing/2014/main" id="{B45B0FEA-FEB8-432D-A6B2-2ABF39F5428B}"/>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11" name="">
            <a:extLst xmlns:a="http://schemas.openxmlformats.org/drawingml/2006/main">
              <a:ext uri="{FF2B5EF4-FFF2-40B4-BE49-F238E27FC236}">
                <a16:creationId xmlns:a16="http://schemas.microsoft.com/office/drawing/2014/main" id="{47C4DF45-802B-4711-8B81-72F0F2E86289}"/>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12" name="">
            <a:extLst xmlns:a="http://schemas.openxmlformats.org/drawingml/2006/main">
              <a:ext uri="{FF2B5EF4-FFF2-40B4-BE49-F238E27FC236}">
                <a16:creationId xmlns:a16="http://schemas.microsoft.com/office/drawing/2014/main" id="{E67EC1DA-A43B-4B72-A12C-583D943C19E8}"/>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13" name="">
            <a:extLst xmlns:a="http://schemas.openxmlformats.org/drawingml/2006/main">
              <a:ext uri="{FF2B5EF4-FFF2-40B4-BE49-F238E27FC236}">
                <a16:creationId xmlns:a16="http://schemas.microsoft.com/office/drawing/2014/main" id="{8993F51D-0D69-4971-A856-7CF8B70F93A7}"/>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sp>
        <p:nvSpPr>
          <p:cNvPr id="14" name="">
            <a:extLst xmlns:a="http://schemas.openxmlformats.org/drawingml/2006/main">
              <a:ext uri="{FF2B5EF4-FFF2-40B4-BE49-F238E27FC236}">
                <a16:creationId xmlns:a16="http://schemas.microsoft.com/office/drawing/2014/main" id="{8259CA62-3F3A-4E64-8F79-84DDD6E54260}"/>
              </a:ext>
            </a:extLst>
          </p:cNvPr>
          <p:cNvSpPr>
            <a:spLocks xmlns:a="http://schemas.openxmlformats.org/drawingml/2006/main" noGrp="1"/>
          </p:cNvSpPr>
          <p:nvPr/>
        </p:nvSpPr>
        <p:spPr>
          <a:xfrm xmlns:a="http://schemas.openxmlformats.org/drawingml/2006/main">
            <a:off x="10427494" y="1952625"/>
            <a:ext cx="1021556" cy="4886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850" b="1">
                <a:solidFill>
                  <a:srgbClr val="245B83"/>
                </a:solidFill>
                <a:latin typeface="DejaVu Sans"/>
                <a:ea typeface="DejaVu Sans"/>
                <a:cs typeface="DejaVu Sans"/>
              </a:defRPr>
            </a:defPPr>
            <a:lvl1pPr algn="ctr">
              <a:defRPr sz="2850" b="1">
                <a:solidFill>
                  <a:srgbClr val="245B83"/>
                </a:solidFill>
                <a:latin typeface="DejaVu Sans"/>
                <a:ea typeface="DejaVu Sans"/>
                <a:cs typeface="DejaVu Sans"/>
              </a:defRPr>
            </a:lvl1pPr>
            <a:lvl2pPr algn="ctr">
              <a:defRPr sz="2850" b="1">
                <a:solidFill>
                  <a:srgbClr val="245B83"/>
                </a:solidFill>
                <a:latin typeface="DejaVu Sans"/>
                <a:ea typeface="DejaVu Sans"/>
                <a:cs typeface="DejaVu Sans"/>
              </a:defRPr>
            </a:lvl2pPr>
            <a:lvl3pPr algn="ctr">
              <a:defRPr sz="2850" b="1">
                <a:solidFill>
                  <a:srgbClr val="245B83"/>
                </a:solidFill>
                <a:latin typeface="DejaVu Sans"/>
                <a:ea typeface="DejaVu Sans"/>
                <a:cs typeface="DejaVu Sans"/>
              </a:defRPr>
            </a:lvl3pPr>
            <a:lvl4pPr algn="ctr">
              <a:defRPr sz="2850" b="1">
                <a:solidFill>
                  <a:srgbClr val="245B83"/>
                </a:solidFill>
                <a:latin typeface="DejaVu Sans"/>
                <a:ea typeface="DejaVu Sans"/>
                <a:cs typeface="DejaVu Sans"/>
              </a:defRPr>
            </a:lvl4pPr>
            <a:lvl5pPr algn="ctr">
              <a:defRPr sz="2850" b="1">
                <a:solidFill>
                  <a:srgbClr val="245B83"/>
                </a:solidFill>
                <a:latin typeface="DejaVu Sans"/>
                <a:ea typeface="DejaVu Sans"/>
                <a:cs typeface="DejaVu Sans"/>
              </a:defRPr>
            </a:lvl5pPr>
            <a:lvl6pPr algn="ctr">
              <a:defRPr sz="2850" b="1">
                <a:solidFill>
                  <a:srgbClr val="245B83"/>
                </a:solidFill>
                <a:latin typeface="DejaVu Sans"/>
                <a:ea typeface="DejaVu Sans"/>
                <a:cs typeface="DejaVu Sans"/>
              </a:defRPr>
            </a:lvl6pPr>
            <a:lvl7pPr algn="ctr">
              <a:defRPr sz="2850" b="1">
                <a:solidFill>
                  <a:srgbClr val="245B83"/>
                </a:solidFill>
                <a:latin typeface="DejaVu Sans"/>
                <a:ea typeface="DejaVu Sans"/>
                <a:cs typeface="DejaVu Sans"/>
              </a:defRPr>
            </a:lvl7pPr>
            <a:lvl8pPr algn="ctr">
              <a:defRPr sz="2850" b="1">
                <a:solidFill>
                  <a:srgbClr val="245B83"/>
                </a:solidFill>
                <a:latin typeface="DejaVu Sans"/>
                <a:ea typeface="DejaVu Sans"/>
                <a:cs typeface="DejaVu Sans"/>
              </a:defRPr>
            </a:lvl8pPr>
            <a:lvl9pPr algn="ctr">
              <a:defRPr sz="2850" b="1">
                <a:solidFill>
                  <a:srgbClr val="245B83"/>
                </a:solidFill>
                <a:latin typeface="DejaVu Sans"/>
                <a:ea typeface="DejaVu Sans"/>
                <a:cs typeface="DejaVu Sans"/>
              </a:defRPr>
            </a:lvl9pPr>
          </a:lstStyle>
          <a:p xmlns:a="http://schemas.openxmlformats.org/drawingml/2006/main">
            <a:pPr algn="ctr">
              <a:defRPr sz="2850" b="1">
                <a:solidFill>
                  <a:srgbClr val="245B83"/>
                </a:solidFill>
                <a:latin typeface="DejaVu Sans"/>
                <a:ea typeface="DejaVu Sans"/>
                <a:cs typeface="DejaVu Sans"/>
              </a:defRPr>
            </a:pPr>
            <a:r>
              <a:rPr sz="2850" b="1">
                <a:solidFill>
                  <a:srgbClr val="245B83"/>
                </a:solidFill>
                <a:latin typeface="DejaVu Sans"/>
                <a:ea typeface="DejaVu Sans"/>
                <a:cs typeface="DejaVu Sans"/>
              </a:rPr>
              <a:t>מטלת</a:t>
            </a:r>
          </a:p>
        </p:txBody>
      </p:sp>
      <p:sp>
        <p:nvSpPr>
          <p:cNvPr id="15" name="">
            <a:extLst xmlns:a="http://schemas.openxmlformats.org/drawingml/2006/main">
              <a:ext uri="{FF2B5EF4-FFF2-40B4-BE49-F238E27FC236}">
                <a16:creationId xmlns:a16="http://schemas.microsoft.com/office/drawing/2014/main" id="{45909F46-5CFA-4684-94A4-E8799DF96ACB}"/>
              </a:ext>
            </a:extLst>
          </p:cNvPr>
          <p:cNvSpPr>
            <a:spLocks xmlns:a="http://schemas.openxmlformats.org/drawingml/2006/main" noGrp="1"/>
          </p:cNvSpPr>
          <p:nvPr/>
        </p:nvSpPr>
        <p:spPr>
          <a:xfrm xmlns:a="http://schemas.openxmlformats.org/drawingml/2006/main">
            <a:off x="7396924" y="1952625"/>
            <a:ext cx="2923604" cy="4886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850" b="1">
                <a:solidFill>
                  <a:srgbClr val="245B83"/>
                </a:solidFill>
                <a:latin typeface="DejaVu Sans"/>
                <a:ea typeface="DejaVu Sans"/>
                <a:cs typeface="DejaVu Sans"/>
              </a:defRPr>
            </a:defPPr>
            <a:lvl1pPr algn="ctr">
              <a:defRPr sz="2850" b="1">
                <a:solidFill>
                  <a:srgbClr val="245B83"/>
                </a:solidFill>
                <a:latin typeface="DejaVu Sans"/>
                <a:ea typeface="DejaVu Sans"/>
                <a:cs typeface="DejaVu Sans"/>
              </a:defRPr>
            </a:lvl1pPr>
            <a:lvl2pPr algn="ctr">
              <a:defRPr sz="2850" b="1">
                <a:solidFill>
                  <a:srgbClr val="245B83"/>
                </a:solidFill>
                <a:latin typeface="DejaVu Sans"/>
                <a:ea typeface="DejaVu Sans"/>
                <a:cs typeface="DejaVu Sans"/>
              </a:defRPr>
            </a:lvl2pPr>
            <a:lvl3pPr algn="ctr">
              <a:defRPr sz="2850" b="1">
                <a:solidFill>
                  <a:srgbClr val="245B83"/>
                </a:solidFill>
                <a:latin typeface="DejaVu Sans"/>
                <a:ea typeface="DejaVu Sans"/>
                <a:cs typeface="DejaVu Sans"/>
              </a:defRPr>
            </a:lvl3pPr>
            <a:lvl4pPr algn="ctr">
              <a:defRPr sz="2850" b="1">
                <a:solidFill>
                  <a:srgbClr val="245B83"/>
                </a:solidFill>
                <a:latin typeface="DejaVu Sans"/>
                <a:ea typeface="DejaVu Sans"/>
                <a:cs typeface="DejaVu Sans"/>
              </a:defRPr>
            </a:lvl4pPr>
            <a:lvl5pPr algn="ctr">
              <a:defRPr sz="2850" b="1">
                <a:solidFill>
                  <a:srgbClr val="245B83"/>
                </a:solidFill>
                <a:latin typeface="DejaVu Sans"/>
                <a:ea typeface="DejaVu Sans"/>
                <a:cs typeface="DejaVu Sans"/>
              </a:defRPr>
            </a:lvl5pPr>
            <a:lvl6pPr algn="ctr">
              <a:defRPr sz="2850" b="1">
                <a:solidFill>
                  <a:srgbClr val="245B83"/>
                </a:solidFill>
                <a:latin typeface="DejaVu Sans"/>
                <a:ea typeface="DejaVu Sans"/>
                <a:cs typeface="DejaVu Sans"/>
              </a:defRPr>
            </a:lvl6pPr>
            <a:lvl7pPr algn="ctr">
              <a:defRPr sz="2850" b="1">
                <a:solidFill>
                  <a:srgbClr val="245B83"/>
                </a:solidFill>
                <a:latin typeface="DejaVu Sans"/>
                <a:ea typeface="DejaVu Sans"/>
                <a:cs typeface="DejaVu Sans"/>
              </a:defRPr>
            </a:lvl7pPr>
            <a:lvl8pPr algn="ctr">
              <a:defRPr sz="2850" b="1">
                <a:solidFill>
                  <a:srgbClr val="245B83"/>
                </a:solidFill>
                <a:latin typeface="DejaVu Sans"/>
                <a:ea typeface="DejaVu Sans"/>
                <a:cs typeface="DejaVu Sans"/>
              </a:defRPr>
            </a:lvl8pPr>
            <a:lvl9pPr algn="ctr">
              <a:defRPr sz="2850" b="1">
                <a:solidFill>
                  <a:srgbClr val="245B83"/>
                </a:solidFill>
                <a:latin typeface="DejaVu Sans"/>
                <a:ea typeface="DejaVu Sans"/>
                <a:cs typeface="DejaVu Sans"/>
              </a:defRPr>
            </a:lvl9pPr>
          </a:lstStyle>
          <a:p xmlns:a="http://schemas.openxmlformats.org/drawingml/2006/main">
            <a:pPr algn="ctr">
              <a:defRPr sz="2850" b="1">
                <a:solidFill>
                  <a:srgbClr val="245B83"/>
                </a:solidFill>
                <a:latin typeface="DejaVu Sans"/>
                <a:ea typeface="DejaVu Sans"/>
                <a:cs typeface="DejaVu Sans"/>
              </a:defRPr>
            </a:pPr>
            <a:r>
              <a:rPr sz="2850" b="1">
                <a:solidFill>
                  <a:srgbClr val="245B83"/>
                </a:solidFill>
                <a:latin typeface="DejaVu Sans"/>
                <a:ea typeface="DejaVu Sans"/>
                <a:cs typeface="DejaVu Sans"/>
              </a:rPr>
              <a:t>Data Scientist</a:t>
            </a:r>
          </a:p>
        </p:txBody>
      </p:sp>
      <p:sp>
        <p:nvSpPr>
          <p:cNvPr id="16" name="">
            <a:extLst xmlns:a="http://schemas.openxmlformats.org/drawingml/2006/main">
              <a:ext uri="{FF2B5EF4-FFF2-40B4-BE49-F238E27FC236}">
                <a16:creationId xmlns:a16="http://schemas.microsoft.com/office/drawing/2014/main" id="{61C4B1B6-D98F-4915-8F3D-00FE689865F0}"/>
              </a:ext>
            </a:extLst>
          </p:cNvPr>
          <p:cNvSpPr>
            <a:spLocks xmlns:a="http://schemas.openxmlformats.org/drawingml/2006/main" noGrp="1"/>
          </p:cNvSpPr>
          <p:nvPr/>
        </p:nvSpPr>
        <p:spPr>
          <a:xfrm xmlns:a="http://schemas.openxmlformats.org/drawingml/2006/main">
            <a:off x="10732389" y="2914650"/>
            <a:ext cx="716661"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0">
                <a:solidFill>
                  <a:srgbClr val="173654"/>
                </a:solidFill>
                <a:latin typeface="DejaVu Sans"/>
                <a:ea typeface="DejaVu Sans"/>
                <a:cs typeface="DejaVu Sans"/>
              </a:defRPr>
            </a:defPPr>
            <a:lvl1pPr algn="ctr">
              <a:defRPr sz="2550" b="0">
                <a:solidFill>
                  <a:srgbClr val="173654"/>
                </a:solidFill>
                <a:latin typeface="DejaVu Sans"/>
                <a:ea typeface="DejaVu Sans"/>
                <a:cs typeface="DejaVu Sans"/>
              </a:defRPr>
            </a:lvl1pPr>
            <a:lvl2pPr algn="ctr">
              <a:defRPr sz="2550" b="0">
                <a:solidFill>
                  <a:srgbClr val="173654"/>
                </a:solidFill>
                <a:latin typeface="DejaVu Sans"/>
                <a:ea typeface="DejaVu Sans"/>
                <a:cs typeface="DejaVu Sans"/>
              </a:defRPr>
            </a:lvl2pPr>
            <a:lvl3pPr algn="ctr">
              <a:defRPr sz="2550" b="0">
                <a:solidFill>
                  <a:srgbClr val="173654"/>
                </a:solidFill>
                <a:latin typeface="DejaVu Sans"/>
                <a:ea typeface="DejaVu Sans"/>
                <a:cs typeface="DejaVu Sans"/>
              </a:defRPr>
            </a:lvl3pPr>
            <a:lvl4pPr algn="ctr">
              <a:defRPr sz="2550" b="0">
                <a:solidFill>
                  <a:srgbClr val="173654"/>
                </a:solidFill>
                <a:latin typeface="DejaVu Sans"/>
                <a:ea typeface="DejaVu Sans"/>
                <a:cs typeface="DejaVu Sans"/>
              </a:defRPr>
            </a:lvl4pPr>
            <a:lvl5pPr algn="ctr">
              <a:defRPr sz="2550" b="0">
                <a:solidFill>
                  <a:srgbClr val="173654"/>
                </a:solidFill>
                <a:latin typeface="DejaVu Sans"/>
                <a:ea typeface="DejaVu Sans"/>
                <a:cs typeface="DejaVu Sans"/>
              </a:defRPr>
            </a:lvl5pPr>
            <a:lvl6pPr algn="ctr">
              <a:defRPr sz="2550" b="0">
                <a:solidFill>
                  <a:srgbClr val="173654"/>
                </a:solidFill>
                <a:latin typeface="DejaVu Sans"/>
                <a:ea typeface="DejaVu Sans"/>
                <a:cs typeface="DejaVu Sans"/>
              </a:defRPr>
            </a:lvl6pPr>
            <a:lvl7pPr algn="ctr">
              <a:defRPr sz="2550" b="0">
                <a:solidFill>
                  <a:srgbClr val="173654"/>
                </a:solidFill>
                <a:latin typeface="DejaVu Sans"/>
                <a:ea typeface="DejaVu Sans"/>
                <a:cs typeface="DejaVu Sans"/>
              </a:defRPr>
            </a:lvl7pPr>
            <a:lvl8pPr algn="ctr">
              <a:defRPr sz="2550" b="0">
                <a:solidFill>
                  <a:srgbClr val="173654"/>
                </a:solidFill>
                <a:latin typeface="DejaVu Sans"/>
                <a:ea typeface="DejaVu Sans"/>
                <a:cs typeface="DejaVu Sans"/>
              </a:defRPr>
            </a:lvl8pPr>
            <a:lvl9pPr algn="ctr">
              <a:defRPr sz="2550" b="0">
                <a:solidFill>
                  <a:srgbClr val="173654"/>
                </a:solidFill>
                <a:latin typeface="DejaVu Sans"/>
                <a:ea typeface="DejaVu Sans"/>
                <a:cs typeface="DejaVu Sans"/>
              </a:defRPr>
            </a:lvl9pPr>
          </a:lstStyle>
          <a:p xmlns:a="http://schemas.openxmlformats.org/drawingml/2006/main">
            <a:pPr algn="ctr">
              <a:defRPr sz="2550" b="0">
                <a:solidFill>
                  <a:srgbClr val="173654"/>
                </a:solidFill>
                <a:latin typeface="DejaVu Sans"/>
                <a:ea typeface="DejaVu Sans"/>
                <a:cs typeface="DejaVu Sans"/>
              </a:defRPr>
            </a:pPr>
            <a:r>
              <a:rPr sz="2550" b="0">
                <a:solidFill>
                  <a:srgbClr val="173654"/>
                </a:solidFill>
                <a:latin typeface="DejaVu Sans"/>
                <a:ea typeface="DejaVu Sans"/>
                <a:cs typeface="DejaVu Sans"/>
              </a:rPr>
              <a:t>מודל</a:t>
            </a:r>
          </a:p>
        </p:txBody>
      </p:sp>
      <p:sp>
        <p:nvSpPr>
          <p:cNvPr id="17" name="">
            <a:extLst xmlns:a="http://schemas.openxmlformats.org/drawingml/2006/main">
              <a:ext uri="{FF2B5EF4-FFF2-40B4-BE49-F238E27FC236}">
                <a16:creationId xmlns:a16="http://schemas.microsoft.com/office/drawing/2014/main" id="{96508370-7C11-4B8D-84E9-962E7CC4CA50}"/>
              </a:ext>
            </a:extLst>
          </p:cNvPr>
          <p:cNvSpPr>
            <a:spLocks xmlns:a="http://schemas.openxmlformats.org/drawingml/2006/main" noGrp="1"/>
          </p:cNvSpPr>
          <p:nvPr/>
        </p:nvSpPr>
        <p:spPr>
          <a:xfrm xmlns:a="http://schemas.openxmlformats.org/drawingml/2006/main">
            <a:off x="9637967" y="2914650"/>
            <a:ext cx="1010507"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0">
                <a:solidFill>
                  <a:srgbClr val="173654"/>
                </a:solidFill>
                <a:latin typeface="DejaVu Sans"/>
                <a:ea typeface="DejaVu Sans"/>
                <a:cs typeface="DejaVu Sans"/>
              </a:defRPr>
            </a:defPPr>
            <a:lvl1pPr algn="ctr">
              <a:defRPr sz="2550" b="0">
                <a:solidFill>
                  <a:srgbClr val="173654"/>
                </a:solidFill>
                <a:latin typeface="DejaVu Sans"/>
                <a:ea typeface="DejaVu Sans"/>
                <a:cs typeface="DejaVu Sans"/>
              </a:defRPr>
            </a:lvl1pPr>
            <a:lvl2pPr algn="ctr">
              <a:defRPr sz="2550" b="0">
                <a:solidFill>
                  <a:srgbClr val="173654"/>
                </a:solidFill>
                <a:latin typeface="DejaVu Sans"/>
                <a:ea typeface="DejaVu Sans"/>
                <a:cs typeface="DejaVu Sans"/>
              </a:defRPr>
            </a:lvl2pPr>
            <a:lvl3pPr algn="ctr">
              <a:defRPr sz="2550" b="0">
                <a:solidFill>
                  <a:srgbClr val="173654"/>
                </a:solidFill>
                <a:latin typeface="DejaVu Sans"/>
                <a:ea typeface="DejaVu Sans"/>
                <a:cs typeface="DejaVu Sans"/>
              </a:defRPr>
            </a:lvl3pPr>
            <a:lvl4pPr algn="ctr">
              <a:defRPr sz="2550" b="0">
                <a:solidFill>
                  <a:srgbClr val="173654"/>
                </a:solidFill>
                <a:latin typeface="DejaVu Sans"/>
                <a:ea typeface="DejaVu Sans"/>
                <a:cs typeface="DejaVu Sans"/>
              </a:defRPr>
            </a:lvl4pPr>
            <a:lvl5pPr algn="ctr">
              <a:defRPr sz="2550" b="0">
                <a:solidFill>
                  <a:srgbClr val="173654"/>
                </a:solidFill>
                <a:latin typeface="DejaVu Sans"/>
                <a:ea typeface="DejaVu Sans"/>
                <a:cs typeface="DejaVu Sans"/>
              </a:defRPr>
            </a:lvl5pPr>
            <a:lvl6pPr algn="ctr">
              <a:defRPr sz="2550" b="0">
                <a:solidFill>
                  <a:srgbClr val="173654"/>
                </a:solidFill>
                <a:latin typeface="DejaVu Sans"/>
                <a:ea typeface="DejaVu Sans"/>
                <a:cs typeface="DejaVu Sans"/>
              </a:defRPr>
            </a:lvl6pPr>
            <a:lvl7pPr algn="ctr">
              <a:defRPr sz="2550" b="0">
                <a:solidFill>
                  <a:srgbClr val="173654"/>
                </a:solidFill>
                <a:latin typeface="DejaVu Sans"/>
                <a:ea typeface="DejaVu Sans"/>
                <a:cs typeface="DejaVu Sans"/>
              </a:defRPr>
            </a:lvl7pPr>
            <a:lvl8pPr algn="ctr">
              <a:defRPr sz="2550" b="0">
                <a:solidFill>
                  <a:srgbClr val="173654"/>
                </a:solidFill>
                <a:latin typeface="DejaVu Sans"/>
                <a:ea typeface="DejaVu Sans"/>
                <a:cs typeface="DejaVu Sans"/>
              </a:defRPr>
            </a:lvl8pPr>
            <a:lvl9pPr algn="ctr">
              <a:defRPr sz="2550" b="0">
                <a:solidFill>
                  <a:srgbClr val="173654"/>
                </a:solidFill>
                <a:latin typeface="DejaVu Sans"/>
                <a:ea typeface="DejaVu Sans"/>
                <a:cs typeface="DejaVu Sans"/>
              </a:defRPr>
            </a:lvl9pPr>
          </a:lstStyle>
          <a:p xmlns:a="http://schemas.openxmlformats.org/drawingml/2006/main">
            <a:pPr algn="ctr">
              <a:defRPr sz="2550" b="0">
                <a:solidFill>
                  <a:srgbClr val="173654"/>
                </a:solidFill>
                <a:latin typeface="DejaVu Sans"/>
                <a:ea typeface="DejaVu Sans"/>
                <a:cs typeface="DejaVu Sans"/>
              </a:defRPr>
            </a:pPr>
            <a:r>
              <a:rPr sz="2550" b="0">
                <a:solidFill>
                  <a:srgbClr val="173654"/>
                </a:solidFill>
                <a:latin typeface="DejaVu Sans"/>
                <a:ea typeface="DejaVu Sans"/>
                <a:cs typeface="DejaVu Sans"/>
              </a:rPr>
              <a:t>טקסט,</a:t>
            </a:r>
          </a:p>
        </p:txBody>
      </p:sp>
      <p:sp>
        <p:nvSpPr>
          <p:cNvPr id="18" name="">
            <a:extLst xmlns:a="http://schemas.openxmlformats.org/drawingml/2006/main">
              <a:ext uri="{FF2B5EF4-FFF2-40B4-BE49-F238E27FC236}">
                <a16:creationId xmlns:a16="http://schemas.microsoft.com/office/drawing/2014/main" id="{F708D9F3-3409-44B6-803D-4BDACC2BBC79}"/>
              </a:ext>
            </a:extLst>
          </p:cNvPr>
          <p:cNvSpPr>
            <a:spLocks xmlns:a="http://schemas.openxmlformats.org/drawingml/2006/main" noGrp="1"/>
          </p:cNvSpPr>
          <p:nvPr/>
        </p:nvSpPr>
        <p:spPr>
          <a:xfrm xmlns:a="http://schemas.openxmlformats.org/drawingml/2006/main">
            <a:off x="8526494" y="2914650"/>
            <a:ext cx="1027557"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0">
                <a:solidFill>
                  <a:srgbClr val="173654"/>
                </a:solidFill>
                <a:latin typeface="DejaVu Sans"/>
                <a:ea typeface="DejaVu Sans"/>
                <a:cs typeface="DejaVu Sans"/>
              </a:defRPr>
            </a:defPPr>
            <a:lvl1pPr algn="ctr">
              <a:defRPr sz="2550" b="0">
                <a:solidFill>
                  <a:srgbClr val="173654"/>
                </a:solidFill>
                <a:latin typeface="DejaVu Sans"/>
                <a:ea typeface="DejaVu Sans"/>
                <a:cs typeface="DejaVu Sans"/>
              </a:defRPr>
            </a:lvl1pPr>
            <a:lvl2pPr algn="ctr">
              <a:defRPr sz="2550" b="0">
                <a:solidFill>
                  <a:srgbClr val="173654"/>
                </a:solidFill>
                <a:latin typeface="DejaVu Sans"/>
                <a:ea typeface="DejaVu Sans"/>
                <a:cs typeface="DejaVu Sans"/>
              </a:defRPr>
            </a:lvl2pPr>
            <a:lvl3pPr algn="ctr">
              <a:defRPr sz="2550" b="0">
                <a:solidFill>
                  <a:srgbClr val="173654"/>
                </a:solidFill>
                <a:latin typeface="DejaVu Sans"/>
                <a:ea typeface="DejaVu Sans"/>
                <a:cs typeface="DejaVu Sans"/>
              </a:defRPr>
            </a:lvl3pPr>
            <a:lvl4pPr algn="ctr">
              <a:defRPr sz="2550" b="0">
                <a:solidFill>
                  <a:srgbClr val="173654"/>
                </a:solidFill>
                <a:latin typeface="DejaVu Sans"/>
                <a:ea typeface="DejaVu Sans"/>
                <a:cs typeface="DejaVu Sans"/>
              </a:defRPr>
            </a:lvl4pPr>
            <a:lvl5pPr algn="ctr">
              <a:defRPr sz="2550" b="0">
                <a:solidFill>
                  <a:srgbClr val="173654"/>
                </a:solidFill>
                <a:latin typeface="DejaVu Sans"/>
                <a:ea typeface="DejaVu Sans"/>
                <a:cs typeface="DejaVu Sans"/>
              </a:defRPr>
            </a:lvl5pPr>
            <a:lvl6pPr algn="ctr">
              <a:defRPr sz="2550" b="0">
                <a:solidFill>
                  <a:srgbClr val="173654"/>
                </a:solidFill>
                <a:latin typeface="DejaVu Sans"/>
                <a:ea typeface="DejaVu Sans"/>
                <a:cs typeface="DejaVu Sans"/>
              </a:defRPr>
            </a:lvl6pPr>
            <a:lvl7pPr algn="ctr">
              <a:defRPr sz="2550" b="0">
                <a:solidFill>
                  <a:srgbClr val="173654"/>
                </a:solidFill>
                <a:latin typeface="DejaVu Sans"/>
                <a:ea typeface="DejaVu Sans"/>
                <a:cs typeface="DejaVu Sans"/>
              </a:defRPr>
            </a:lvl7pPr>
            <a:lvl8pPr algn="ctr">
              <a:defRPr sz="2550" b="0">
                <a:solidFill>
                  <a:srgbClr val="173654"/>
                </a:solidFill>
                <a:latin typeface="DejaVu Sans"/>
                <a:ea typeface="DejaVu Sans"/>
                <a:cs typeface="DejaVu Sans"/>
              </a:defRPr>
            </a:lvl8pPr>
            <a:lvl9pPr algn="ctr">
              <a:defRPr sz="2550" b="0">
                <a:solidFill>
                  <a:srgbClr val="173654"/>
                </a:solidFill>
                <a:latin typeface="DejaVu Sans"/>
                <a:ea typeface="DejaVu Sans"/>
                <a:cs typeface="DejaVu Sans"/>
              </a:defRPr>
            </a:lvl9pPr>
          </a:lstStyle>
          <a:p xmlns:a="http://schemas.openxmlformats.org/drawingml/2006/main">
            <a:pPr algn="ctr">
              <a:defRPr sz="2550" b="0">
                <a:solidFill>
                  <a:srgbClr val="173654"/>
                </a:solidFill>
                <a:latin typeface="DejaVu Sans"/>
                <a:ea typeface="DejaVu Sans"/>
                <a:cs typeface="DejaVu Sans"/>
              </a:defRPr>
            </a:pPr>
            <a:r>
              <a:rPr sz="2550" b="0">
                <a:solidFill>
                  <a:srgbClr val="173654"/>
                </a:solidFill>
                <a:latin typeface="DejaVu Sans"/>
                <a:ea typeface="DejaVu Sans"/>
                <a:cs typeface="DejaVu Sans"/>
              </a:rPr>
              <a:t>הערכה</a:t>
            </a:r>
          </a:p>
        </p:txBody>
      </p:sp>
      <p:sp>
        <p:nvSpPr>
          <p:cNvPr id="19" name="">
            <a:extLst xmlns:a="http://schemas.openxmlformats.org/drawingml/2006/main">
              <a:ext uri="{FF2B5EF4-FFF2-40B4-BE49-F238E27FC236}">
                <a16:creationId xmlns:a16="http://schemas.microsoft.com/office/drawing/2014/main" id="{41FD8170-B907-4F3B-A21B-2BAD2B4A32E9}"/>
              </a:ext>
            </a:extLst>
          </p:cNvPr>
          <p:cNvSpPr>
            <a:spLocks xmlns:a="http://schemas.openxmlformats.org/drawingml/2006/main" noGrp="1"/>
          </p:cNvSpPr>
          <p:nvPr/>
        </p:nvSpPr>
        <p:spPr>
          <a:xfrm xmlns:a="http://schemas.openxmlformats.org/drawingml/2006/main">
            <a:off x="7399211" y="2914650"/>
            <a:ext cx="1043369"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0">
                <a:solidFill>
                  <a:srgbClr val="173654"/>
                </a:solidFill>
                <a:latin typeface="DejaVu Sans"/>
                <a:ea typeface="DejaVu Sans"/>
                <a:cs typeface="DejaVu Sans"/>
              </a:defRPr>
            </a:defPPr>
            <a:lvl1pPr algn="ctr">
              <a:defRPr sz="2550" b="0">
                <a:solidFill>
                  <a:srgbClr val="173654"/>
                </a:solidFill>
                <a:latin typeface="DejaVu Sans"/>
                <a:ea typeface="DejaVu Sans"/>
                <a:cs typeface="DejaVu Sans"/>
              </a:defRPr>
            </a:lvl1pPr>
            <a:lvl2pPr algn="ctr">
              <a:defRPr sz="2550" b="0">
                <a:solidFill>
                  <a:srgbClr val="173654"/>
                </a:solidFill>
                <a:latin typeface="DejaVu Sans"/>
                <a:ea typeface="DejaVu Sans"/>
                <a:cs typeface="DejaVu Sans"/>
              </a:defRPr>
            </a:lvl2pPr>
            <a:lvl3pPr algn="ctr">
              <a:defRPr sz="2550" b="0">
                <a:solidFill>
                  <a:srgbClr val="173654"/>
                </a:solidFill>
                <a:latin typeface="DejaVu Sans"/>
                <a:ea typeface="DejaVu Sans"/>
                <a:cs typeface="DejaVu Sans"/>
              </a:defRPr>
            </a:lvl3pPr>
            <a:lvl4pPr algn="ctr">
              <a:defRPr sz="2550" b="0">
                <a:solidFill>
                  <a:srgbClr val="173654"/>
                </a:solidFill>
                <a:latin typeface="DejaVu Sans"/>
                <a:ea typeface="DejaVu Sans"/>
                <a:cs typeface="DejaVu Sans"/>
              </a:defRPr>
            </a:lvl4pPr>
            <a:lvl5pPr algn="ctr">
              <a:defRPr sz="2550" b="0">
                <a:solidFill>
                  <a:srgbClr val="173654"/>
                </a:solidFill>
                <a:latin typeface="DejaVu Sans"/>
                <a:ea typeface="DejaVu Sans"/>
                <a:cs typeface="DejaVu Sans"/>
              </a:defRPr>
            </a:lvl5pPr>
            <a:lvl6pPr algn="ctr">
              <a:defRPr sz="2550" b="0">
                <a:solidFill>
                  <a:srgbClr val="173654"/>
                </a:solidFill>
                <a:latin typeface="DejaVu Sans"/>
                <a:ea typeface="DejaVu Sans"/>
                <a:cs typeface="DejaVu Sans"/>
              </a:defRPr>
            </a:lvl6pPr>
            <a:lvl7pPr algn="ctr">
              <a:defRPr sz="2550" b="0">
                <a:solidFill>
                  <a:srgbClr val="173654"/>
                </a:solidFill>
                <a:latin typeface="DejaVu Sans"/>
                <a:ea typeface="DejaVu Sans"/>
                <a:cs typeface="DejaVu Sans"/>
              </a:defRPr>
            </a:lvl7pPr>
            <a:lvl8pPr algn="ctr">
              <a:defRPr sz="2550" b="0">
                <a:solidFill>
                  <a:srgbClr val="173654"/>
                </a:solidFill>
                <a:latin typeface="DejaVu Sans"/>
                <a:ea typeface="DejaVu Sans"/>
                <a:cs typeface="DejaVu Sans"/>
              </a:defRPr>
            </a:lvl8pPr>
            <a:lvl9pPr algn="ctr">
              <a:defRPr sz="2550" b="0">
                <a:solidFill>
                  <a:srgbClr val="173654"/>
                </a:solidFill>
                <a:latin typeface="DejaVu Sans"/>
                <a:ea typeface="DejaVu Sans"/>
                <a:cs typeface="DejaVu Sans"/>
              </a:defRPr>
            </a:lvl9pPr>
          </a:lstStyle>
          <a:p xmlns:a="http://schemas.openxmlformats.org/drawingml/2006/main">
            <a:pPr algn="ctr">
              <a:defRPr sz="2550" b="0">
                <a:solidFill>
                  <a:srgbClr val="173654"/>
                </a:solidFill>
                <a:latin typeface="DejaVu Sans"/>
                <a:ea typeface="DejaVu Sans"/>
                <a:cs typeface="DejaVu Sans"/>
              </a:defRPr>
            </a:pPr>
            <a:r>
              <a:rPr sz="2550" b="0">
                <a:solidFill>
                  <a:srgbClr val="173654"/>
                </a:solidFill>
                <a:latin typeface="DejaVu Sans"/>
                <a:ea typeface="DejaVu Sans"/>
                <a:cs typeface="DejaVu Sans"/>
              </a:rPr>
              <a:t>והצעות</a:t>
            </a:r>
          </a:p>
        </p:txBody>
      </p:sp>
      <p:sp>
        <p:nvSpPr>
          <p:cNvPr id="20" name="">
            <a:extLst xmlns:a="http://schemas.openxmlformats.org/drawingml/2006/main">
              <a:ext uri="{FF2B5EF4-FFF2-40B4-BE49-F238E27FC236}">
                <a16:creationId xmlns:a16="http://schemas.microsoft.com/office/drawing/2014/main" id="{038B0409-5AA3-44D3-B548-7EBE3FD034D3}"/>
              </a:ext>
            </a:extLst>
          </p:cNvPr>
          <p:cNvSpPr>
            <a:spLocks xmlns:a="http://schemas.openxmlformats.org/drawingml/2006/main" noGrp="1"/>
          </p:cNvSpPr>
          <p:nvPr/>
        </p:nvSpPr>
        <p:spPr>
          <a:xfrm xmlns:a="http://schemas.openxmlformats.org/drawingml/2006/main">
            <a:off x="6510052" y="2914650"/>
            <a:ext cx="805244"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0">
                <a:solidFill>
                  <a:srgbClr val="173654"/>
                </a:solidFill>
                <a:latin typeface="DejaVu Sans"/>
                <a:ea typeface="DejaVu Sans"/>
                <a:cs typeface="DejaVu Sans"/>
              </a:defRPr>
            </a:defPPr>
            <a:lvl1pPr algn="ctr">
              <a:defRPr sz="2550" b="0">
                <a:solidFill>
                  <a:srgbClr val="173654"/>
                </a:solidFill>
                <a:latin typeface="DejaVu Sans"/>
                <a:ea typeface="DejaVu Sans"/>
                <a:cs typeface="DejaVu Sans"/>
              </a:defRPr>
            </a:lvl1pPr>
            <a:lvl2pPr algn="ctr">
              <a:defRPr sz="2550" b="0">
                <a:solidFill>
                  <a:srgbClr val="173654"/>
                </a:solidFill>
                <a:latin typeface="DejaVu Sans"/>
                <a:ea typeface="DejaVu Sans"/>
                <a:cs typeface="DejaVu Sans"/>
              </a:defRPr>
            </a:lvl2pPr>
            <a:lvl3pPr algn="ctr">
              <a:defRPr sz="2550" b="0">
                <a:solidFill>
                  <a:srgbClr val="173654"/>
                </a:solidFill>
                <a:latin typeface="DejaVu Sans"/>
                <a:ea typeface="DejaVu Sans"/>
                <a:cs typeface="DejaVu Sans"/>
              </a:defRPr>
            </a:lvl3pPr>
            <a:lvl4pPr algn="ctr">
              <a:defRPr sz="2550" b="0">
                <a:solidFill>
                  <a:srgbClr val="173654"/>
                </a:solidFill>
                <a:latin typeface="DejaVu Sans"/>
                <a:ea typeface="DejaVu Sans"/>
                <a:cs typeface="DejaVu Sans"/>
              </a:defRPr>
            </a:lvl4pPr>
            <a:lvl5pPr algn="ctr">
              <a:defRPr sz="2550" b="0">
                <a:solidFill>
                  <a:srgbClr val="173654"/>
                </a:solidFill>
                <a:latin typeface="DejaVu Sans"/>
                <a:ea typeface="DejaVu Sans"/>
                <a:cs typeface="DejaVu Sans"/>
              </a:defRPr>
            </a:lvl5pPr>
            <a:lvl6pPr algn="ctr">
              <a:defRPr sz="2550" b="0">
                <a:solidFill>
                  <a:srgbClr val="173654"/>
                </a:solidFill>
                <a:latin typeface="DejaVu Sans"/>
                <a:ea typeface="DejaVu Sans"/>
                <a:cs typeface="DejaVu Sans"/>
              </a:defRPr>
            </a:lvl6pPr>
            <a:lvl7pPr algn="ctr">
              <a:defRPr sz="2550" b="0">
                <a:solidFill>
                  <a:srgbClr val="173654"/>
                </a:solidFill>
                <a:latin typeface="DejaVu Sans"/>
                <a:ea typeface="DejaVu Sans"/>
                <a:cs typeface="DejaVu Sans"/>
              </a:defRPr>
            </a:lvl7pPr>
            <a:lvl8pPr algn="ctr">
              <a:defRPr sz="2550" b="0">
                <a:solidFill>
                  <a:srgbClr val="173654"/>
                </a:solidFill>
                <a:latin typeface="DejaVu Sans"/>
                <a:ea typeface="DejaVu Sans"/>
                <a:cs typeface="DejaVu Sans"/>
              </a:defRPr>
            </a:lvl8pPr>
            <a:lvl9pPr algn="ctr">
              <a:defRPr sz="2550" b="0">
                <a:solidFill>
                  <a:srgbClr val="173654"/>
                </a:solidFill>
                <a:latin typeface="DejaVu Sans"/>
                <a:ea typeface="DejaVu Sans"/>
                <a:cs typeface="DejaVu Sans"/>
              </a:defRPr>
            </a:lvl9pPr>
          </a:lstStyle>
          <a:p xmlns:a="http://schemas.openxmlformats.org/drawingml/2006/main">
            <a:pPr algn="ctr">
              <a:defRPr sz="2550" b="0">
                <a:solidFill>
                  <a:srgbClr val="173654"/>
                </a:solidFill>
                <a:latin typeface="DejaVu Sans"/>
                <a:ea typeface="DejaVu Sans"/>
                <a:cs typeface="DejaVu Sans"/>
              </a:defRPr>
            </a:pPr>
            <a:r>
              <a:rPr sz="2550" b="0">
                <a:solidFill>
                  <a:srgbClr val="173654"/>
                </a:solidFill>
                <a:latin typeface="DejaVu Sans"/>
                <a:ea typeface="DejaVu Sans"/>
                <a:cs typeface="DejaVu Sans"/>
              </a:rPr>
              <a:t>לסיוע</a:t>
            </a:r>
          </a:p>
        </p:txBody>
      </p:sp>
      <p:sp>
        <p:nvSpPr>
          <p:cNvPr id="21" name="">
            <a:extLst xmlns:a="http://schemas.openxmlformats.org/drawingml/2006/main">
              <a:ext uri="{FF2B5EF4-FFF2-40B4-BE49-F238E27FC236}">
                <a16:creationId xmlns:a16="http://schemas.microsoft.com/office/drawing/2014/main" id="{9A0CC09F-5527-4A1A-BADA-8A22ACF5D16B}"/>
              </a:ext>
            </a:extLst>
          </p:cNvPr>
          <p:cNvSpPr>
            <a:spLocks xmlns:a="http://schemas.openxmlformats.org/drawingml/2006/main" noGrp="1"/>
          </p:cNvSpPr>
          <p:nvPr/>
        </p:nvSpPr>
        <p:spPr>
          <a:xfrm xmlns:a="http://schemas.openxmlformats.org/drawingml/2006/main">
            <a:off x="5163312" y="2914650"/>
            <a:ext cx="1262825"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0">
                <a:solidFill>
                  <a:srgbClr val="173654"/>
                </a:solidFill>
                <a:latin typeface="DejaVu Sans"/>
                <a:ea typeface="DejaVu Sans"/>
                <a:cs typeface="DejaVu Sans"/>
              </a:defRPr>
            </a:defPPr>
            <a:lvl1pPr algn="ctr">
              <a:defRPr sz="2550" b="0">
                <a:solidFill>
                  <a:srgbClr val="173654"/>
                </a:solidFill>
                <a:latin typeface="DejaVu Sans"/>
                <a:ea typeface="DejaVu Sans"/>
                <a:cs typeface="DejaVu Sans"/>
              </a:defRPr>
            </a:lvl1pPr>
            <a:lvl2pPr algn="ctr">
              <a:defRPr sz="2550" b="0">
                <a:solidFill>
                  <a:srgbClr val="173654"/>
                </a:solidFill>
                <a:latin typeface="DejaVu Sans"/>
                <a:ea typeface="DejaVu Sans"/>
                <a:cs typeface="DejaVu Sans"/>
              </a:defRPr>
            </a:lvl2pPr>
            <a:lvl3pPr algn="ctr">
              <a:defRPr sz="2550" b="0">
                <a:solidFill>
                  <a:srgbClr val="173654"/>
                </a:solidFill>
                <a:latin typeface="DejaVu Sans"/>
                <a:ea typeface="DejaVu Sans"/>
                <a:cs typeface="DejaVu Sans"/>
              </a:defRPr>
            </a:lvl3pPr>
            <a:lvl4pPr algn="ctr">
              <a:defRPr sz="2550" b="0">
                <a:solidFill>
                  <a:srgbClr val="173654"/>
                </a:solidFill>
                <a:latin typeface="DejaVu Sans"/>
                <a:ea typeface="DejaVu Sans"/>
                <a:cs typeface="DejaVu Sans"/>
              </a:defRPr>
            </a:lvl4pPr>
            <a:lvl5pPr algn="ctr">
              <a:defRPr sz="2550" b="0">
                <a:solidFill>
                  <a:srgbClr val="173654"/>
                </a:solidFill>
                <a:latin typeface="DejaVu Sans"/>
                <a:ea typeface="DejaVu Sans"/>
                <a:cs typeface="DejaVu Sans"/>
              </a:defRPr>
            </a:lvl5pPr>
            <a:lvl6pPr algn="ctr">
              <a:defRPr sz="2550" b="0">
                <a:solidFill>
                  <a:srgbClr val="173654"/>
                </a:solidFill>
                <a:latin typeface="DejaVu Sans"/>
                <a:ea typeface="DejaVu Sans"/>
                <a:cs typeface="DejaVu Sans"/>
              </a:defRPr>
            </a:lvl6pPr>
            <a:lvl7pPr algn="ctr">
              <a:defRPr sz="2550" b="0">
                <a:solidFill>
                  <a:srgbClr val="173654"/>
                </a:solidFill>
                <a:latin typeface="DejaVu Sans"/>
                <a:ea typeface="DejaVu Sans"/>
                <a:cs typeface="DejaVu Sans"/>
              </a:defRPr>
            </a:lvl7pPr>
            <a:lvl8pPr algn="ctr">
              <a:defRPr sz="2550" b="0">
                <a:solidFill>
                  <a:srgbClr val="173654"/>
                </a:solidFill>
                <a:latin typeface="DejaVu Sans"/>
                <a:ea typeface="DejaVu Sans"/>
                <a:cs typeface="DejaVu Sans"/>
              </a:defRPr>
            </a:lvl8pPr>
            <a:lvl9pPr algn="ctr">
              <a:defRPr sz="2550" b="0">
                <a:solidFill>
                  <a:srgbClr val="173654"/>
                </a:solidFill>
                <a:latin typeface="DejaVu Sans"/>
                <a:ea typeface="DejaVu Sans"/>
                <a:cs typeface="DejaVu Sans"/>
              </a:defRPr>
            </a:lvl9pPr>
          </a:lstStyle>
          <a:p xmlns:a="http://schemas.openxmlformats.org/drawingml/2006/main">
            <a:pPr algn="ctr">
              <a:defRPr sz="2550" b="0">
                <a:solidFill>
                  <a:srgbClr val="173654"/>
                </a:solidFill>
                <a:latin typeface="DejaVu Sans"/>
                <a:ea typeface="DejaVu Sans"/>
                <a:cs typeface="DejaVu Sans"/>
              </a:defRPr>
            </a:pPr>
            <a:r>
              <a:rPr sz="2550" b="0">
                <a:solidFill>
                  <a:srgbClr val="173654"/>
                </a:solidFill>
                <a:latin typeface="DejaVu Sans"/>
                <a:ea typeface="DejaVu Sans"/>
                <a:cs typeface="DejaVu Sans"/>
              </a:rPr>
              <a:t>לסמלנים</a:t>
            </a:r>
          </a:p>
        </p:txBody>
      </p:sp>
      <p:sp>
        <p:nvSpPr>
          <p:cNvPr id="22" name="">
            <a:extLst xmlns:a="http://schemas.openxmlformats.org/drawingml/2006/main">
              <a:ext uri="{FF2B5EF4-FFF2-40B4-BE49-F238E27FC236}">
                <a16:creationId xmlns:a16="http://schemas.microsoft.com/office/drawing/2014/main" id="{A40625D0-11E6-42FF-8C3D-D88E279525DC}"/>
              </a:ext>
            </a:extLst>
          </p:cNvPr>
          <p:cNvSpPr>
            <a:spLocks xmlns:a="http://schemas.openxmlformats.org/drawingml/2006/main" noGrp="1"/>
          </p:cNvSpPr>
          <p:nvPr/>
        </p:nvSpPr>
        <p:spPr>
          <a:xfrm xmlns:a="http://schemas.openxmlformats.org/drawingml/2006/main">
            <a:off x="10874216" y="4048125"/>
            <a:ext cx="574834"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506274"/>
                </a:solidFill>
                <a:latin typeface="DejaVu Sans"/>
                <a:ea typeface="DejaVu Sans"/>
                <a:cs typeface="DejaVu Sans"/>
              </a:defRPr>
            </a:defPPr>
            <a:lvl1pPr algn="ctr">
              <a:defRPr sz="2175" b="0">
                <a:solidFill>
                  <a:srgbClr val="506274"/>
                </a:solidFill>
                <a:latin typeface="DejaVu Sans"/>
                <a:ea typeface="DejaVu Sans"/>
                <a:cs typeface="DejaVu Sans"/>
              </a:defRPr>
            </a:lvl1pPr>
            <a:lvl2pPr algn="ctr">
              <a:defRPr sz="2175" b="0">
                <a:solidFill>
                  <a:srgbClr val="506274"/>
                </a:solidFill>
                <a:latin typeface="DejaVu Sans"/>
                <a:ea typeface="DejaVu Sans"/>
                <a:cs typeface="DejaVu Sans"/>
              </a:defRPr>
            </a:lvl2pPr>
            <a:lvl3pPr algn="ctr">
              <a:defRPr sz="2175" b="0">
                <a:solidFill>
                  <a:srgbClr val="506274"/>
                </a:solidFill>
                <a:latin typeface="DejaVu Sans"/>
                <a:ea typeface="DejaVu Sans"/>
                <a:cs typeface="DejaVu Sans"/>
              </a:defRPr>
            </a:lvl3pPr>
            <a:lvl4pPr algn="ctr">
              <a:defRPr sz="2175" b="0">
                <a:solidFill>
                  <a:srgbClr val="506274"/>
                </a:solidFill>
                <a:latin typeface="DejaVu Sans"/>
                <a:ea typeface="DejaVu Sans"/>
                <a:cs typeface="DejaVu Sans"/>
              </a:defRPr>
            </a:lvl4pPr>
            <a:lvl5pPr algn="ctr">
              <a:defRPr sz="2175" b="0">
                <a:solidFill>
                  <a:srgbClr val="506274"/>
                </a:solidFill>
                <a:latin typeface="DejaVu Sans"/>
                <a:ea typeface="DejaVu Sans"/>
                <a:cs typeface="DejaVu Sans"/>
              </a:defRPr>
            </a:lvl5pPr>
            <a:lvl6pPr algn="ctr">
              <a:defRPr sz="2175" b="0">
                <a:solidFill>
                  <a:srgbClr val="506274"/>
                </a:solidFill>
                <a:latin typeface="DejaVu Sans"/>
                <a:ea typeface="DejaVu Sans"/>
                <a:cs typeface="DejaVu Sans"/>
              </a:defRPr>
            </a:lvl6pPr>
            <a:lvl7pPr algn="ctr">
              <a:defRPr sz="2175" b="0">
                <a:solidFill>
                  <a:srgbClr val="506274"/>
                </a:solidFill>
                <a:latin typeface="DejaVu Sans"/>
                <a:ea typeface="DejaVu Sans"/>
                <a:cs typeface="DejaVu Sans"/>
              </a:defRPr>
            </a:lvl7pPr>
            <a:lvl8pPr algn="ctr">
              <a:defRPr sz="2175" b="0">
                <a:solidFill>
                  <a:srgbClr val="506274"/>
                </a:solidFill>
                <a:latin typeface="DejaVu Sans"/>
                <a:ea typeface="DejaVu Sans"/>
                <a:cs typeface="DejaVu Sans"/>
              </a:defRPr>
            </a:lvl8pPr>
            <a:lvl9pPr algn="ctr">
              <a:defRPr sz="2175" b="0">
                <a:solidFill>
                  <a:srgbClr val="506274"/>
                </a:solidFill>
                <a:latin typeface="DejaVu Sans"/>
                <a:ea typeface="DejaVu Sans"/>
                <a:cs typeface="DejaVu Sans"/>
              </a:defRPr>
            </a:lvl9pPr>
          </a:lstStyle>
          <a:p xmlns:a="http://schemas.openxmlformats.org/drawingml/2006/main">
            <a:pPr algn="ctr">
              <a:defRPr sz="2175" b="0">
                <a:solidFill>
                  <a:srgbClr val="506274"/>
                </a:solidFill>
                <a:latin typeface="DejaVu Sans"/>
                <a:ea typeface="DejaVu Sans"/>
                <a:cs typeface="DejaVu Sans"/>
              </a:defRPr>
            </a:pPr>
            <a:r>
              <a:rPr sz="2175" b="0">
                <a:solidFill>
                  <a:srgbClr val="506274"/>
                </a:solidFill>
                <a:latin typeface="DejaVu Sans"/>
                <a:ea typeface="DejaVu Sans"/>
                <a:cs typeface="DejaVu Sans"/>
              </a:rPr>
              <a:t>200</a:t>
            </a:r>
          </a:p>
        </p:txBody>
      </p:sp>
      <p:sp>
        <p:nvSpPr>
          <p:cNvPr id="23" name="">
            <a:extLst xmlns:a="http://schemas.openxmlformats.org/drawingml/2006/main">
              <a:ext uri="{FF2B5EF4-FFF2-40B4-BE49-F238E27FC236}">
                <a16:creationId xmlns:a16="http://schemas.microsoft.com/office/drawing/2014/main" id="{5515388C-1AF4-4559-8864-6554B38D9CEB}"/>
              </a:ext>
            </a:extLst>
          </p:cNvPr>
          <p:cNvSpPr>
            <a:spLocks xmlns:a="http://schemas.openxmlformats.org/drawingml/2006/main" noGrp="1"/>
          </p:cNvSpPr>
          <p:nvPr/>
        </p:nvSpPr>
        <p:spPr>
          <a:xfrm xmlns:a="http://schemas.openxmlformats.org/drawingml/2006/main">
            <a:off x="9886569" y="4048125"/>
            <a:ext cx="918877"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506274"/>
                </a:solidFill>
                <a:latin typeface="DejaVu Sans"/>
                <a:ea typeface="DejaVu Sans"/>
                <a:cs typeface="DejaVu Sans"/>
              </a:defRPr>
            </a:defPPr>
            <a:lvl1pPr algn="ctr">
              <a:defRPr sz="2175" b="0">
                <a:solidFill>
                  <a:srgbClr val="506274"/>
                </a:solidFill>
                <a:latin typeface="DejaVu Sans"/>
                <a:ea typeface="DejaVu Sans"/>
                <a:cs typeface="DejaVu Sans"/>
              </a:defRPr>
            </a:lvl1pPr>
            <a:lvl2pPr algn="ctr">
              <a:defRPr sz="2175" b="0">
                <a:solidFill>
                  <a:srgbClr val="506274"/>
                </a:solidFill>
                <a:latin typeface="DejaVu Sans"/>
                <a:ea typeface="DejaVu Sans"/>
                <a:cs typeface="DejaVu Sans"/>
              </a:defRPr>
            </a:lvl2pPr>
            <a:lvl3pPr algn="ctr">
              <a:defRPr sz="2175" b="0">
                <a:solidFill>
                  <a:srgbClr val="506274"/>
                </a:solidFill>
                <a:latin typeface="DejaVu Sans"/>
                <a:ea typeface="DejaVu Sans"/>
                <a:cs typeface="DejaVu Sans"/>
              </a:defRPr>
            </a:lvl3pPr>
            <a:lvl4pPr algn="ctr">
              <a:defRPr sz="2175" b="0">
                <a:solidFill>
                  <a:srgbClr val="506274"/>
                </a:solidFill>
                <a:latin typeface="DejaVu Sans"/>
                <a:ea typeface="DejaVu Sans"/>
                <a:cs typeface="DejaVu Sans"/>
              </a:defRPr>
            </a:lvl4pPr>
            <a:lvl5pPr algn="ctr">
              <a:defRPr sz="2175" b="0">
                <a:solidFill>
                  <a:srgbClr val="506274"/>
                </a:solidFill>
                <a:latin typeface="DejaVu Sans"/>
                <a:ea typeface="DejaVu Sans"/>
                <a:cs typeface="DejaVu Sans"/>
              </a:defRPr>
            </a:lvl5pPr>
            <a:lvl6pPr algn="ctr">
              <a:defRPr sz="2175" b="0">
                <a:solidFill>
                  <a:srgbClr val="506274"/>
                </a:solidFill>
                <a:latin typeface="DejaVu Sans"/>
                <a:ea typeface="DejaVu Sans"/>
                <a:cs typeface="DejaVu Sans"/>
              </a:defRPr>
            </a:lvl6pPr>
            <a:lvl7pPr algn="ctr">
              <a:defRPr sz="2175" b="0">
                <a:solidFill>
                  <a:srgbClr val="506274"/>
                </a:solidFill>
                <a:latin typeface="DejaVu Sans"/>
                <a:ea typeface="DejaVu Sans"/>
                <a:cs typeface="DejaVu Sans"/>
              </a:defRPr>
            </a:lvl7pPr>
            <a:lvl8pPr algn="ctr">
              <a:defRPr sz="2175" b="0">
                <a:solidFill>
                  <a:srgbClr val="506274"/>
                </a:solidFill>
                <a:latin typeface="DejaVu Sans"/>
                <a:ea typeface="DejaVu Sans"/>
                <a:cs typeface="DejaVu Sans"/>
              </a:defRPr>
            </a:lvl8pPr>
            <a:lvl9pPr algn="ctr">
              <a:defRPr sz="2175" b="0">
                <a:solidFill>
                  <a:srgbClr val="506274"/>
                </a:solidFill>
                <a:latin typeface="DejaVu Sans"/>
                <a:ea typeface="DejaVu Sans"/>
                <a:cs typeface="DejaVu Sans"/>
              </a:defRPr>
            </a:lvl9pPr>
          </a:lstStyle>
          <a:p xmlns:a="http://schemas.openxmlformats.org/drawingml/2006/main">
            <a:pPr algn="ctr">
              <a:defRPr sz="2175" b="0">
                <a:solidFill>
                  <a:srgbClr val="506274"/>
                </a:solidFill>
                <a:latin typeface="DejaVu Sans"/>
                <a:ea typeface="DejaVu Sans"/>
                <a:cs typeface="DejaVu Sans"/>
              </a:defRPr>
            </a:pPr>
            <a:r>
              <a:rPr sz="2175" b="0">
                <a:solidFill>
                  <a:srgbClr val="506274"/>
                </a:solidFill>
                <a:latin typeface="DejaVu Sans"/>
                <a:ea typeface="DejaVu Sans"/>
                <a:cs typeface="DejaVu Sans"/>
              </a:rPr>
              <a:t>רשומות</a:t>
            </a:r>
          </a:p>
        </p:txBody>
      </p:sp>
      <p:sp>
        <p:nvSpPr>
          <p:cNvPr id="24" name="">
            <a:extLst xmlns:a="http://schemas.openxmlformats.org/drawingml/2006/main">
              <a:ext uri="{FF2B5EF4-FFF2-40B4-BE49-F238E27FC236}">
                <a16:creationId xmlns:a16="http://schemas.microsoft.com/office/drawing/2014/main" id="{CD4CEAFC-D133-43F1-9471-098EFA8B7DC2}"/>
              </a:ext>
            </a:extLst>
          </p:cNvPr>
          <p:cNvSpPr>
            <a:spLocks xmlns:a="http://schemas.openxmlformats.org/drawingml/2006/main" noGrp="1"/>
          </p:cNvSpPr>
          <p:nvPr/>
        </p:nvSpPr>
        <p:spPr>
          <a:xfrm xmlns:a="http://schemas.openxmlformats.org/drawingml/2006/main">
            <a:off x="8912066" y="4048125"/>
            <a:ext cx="905732"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506274"/>
                </a:solidFill>
                <a:latin typeface="DejaVu Sans"/>
                <a:ea typeface="DejaVu Sans"/>
                <a:cs typeface="DejaVu Sans"/>
              </a:defRPr>
            </a:defPPr>
            <a:lvl1pPr algn="ctr">
              <a:defRPr sz="2175" b="0">
                <a:solidFill>
                  <a:srgbClr val="506274"/>
                </a:solidFill>
                <a:latin typeface="DejaVu Sans"/>
                <a:ea typeface="DejaVu Sans"/>
                <a:cs typeface="DejaVu Sans"/>
              </a:defRPr>
            </a:lvl1pPr>
            <a:lvl2pPr algn="ctr">
              <a:defRPr sz="2175" b="0">
                <a:solidFill>
                  <a:srgbClr val="506274"/>
                </a:solidFill>
                <a:latin typeface="DejaVu Sans"/>
                <a:ea typeface="DejaVu Sans"/>
                <a:cs typeface="DejaVu Sans"/>
              </a:defRPr>
            </a:lvl2pPr>
            <a:lvl3pPr algn="ctr">
              <a:defRPr sz="2175" b="0">
                <a:solidFill>
                  <a:srgbClr val="506274"/>
                </a:solidFill>
                <a:latin typeface="DejaVu Sans"/>
                <a:ea typeface="DejaVu Sans"/>
                <a:cs typeface="DejaVu Sans"/>
              </a:defRPr>
            </a:lvl3pPr>
            <a:lvl4pPr algn="ctr">
              <a:defRPr sz="2175" b="0">
                <a:solidFill>
                  <a:srgbClr val="506274"/>
                </a:solidFill>
                <a:latin typeface="DejaVu Sans"/>
                <a:ea typeface="DejaVu Sans"/>
                <a:cs typeface="DejaVu Sans"/>
              </a:defRPr>
            </a:lvl4pPr>
            <a:lvl5pPr algn="ctr">
              <a:defRPr sz="2175" b="0">
                <a:solidFill>
                  <a:srgbClr val="506274"/>
                </a:solidFill>
                <a:latin typeface="DejaVu Sans"/>
                <a:ea typeface="DejaVu Sans"/>
                <a:cs typeface="DejaVu Sans"/>
              </a:defRPr>
            </a:lvl5pPr>
            <a:lvl6pPr algn="ctr">
              <a:defRPr sz="2175" b="0">
                <a:solidFill>
                  <a:srgbClr val="506274"/>
                </a:solidFill>
                <a:latin typeface="DejaVu Sans"/>
                <a:ea typeface="DejaVu Sans"/>
                <a:cs typeface="DejaVu Sans"/>
              </a:defRPr>
            </a:lvl6pPr>
            <a:lvl7pPr algn="ctr">
              <a:defRPr sz="2175" b="0">
                <a:solidFill>
                  <a:srgbClr val="506274"/>
                </a:solidFill>
                <a:latin typeface="DejaVu Sans"/>
                <a:ea typeface="DejaVu Sans"/>
                <a:cs typeface="DejaVu Sans"/>
              </a:defRPr>
            </a:lvl7pPr>
            <a:lvl8pPr algn="ctr">
              <a:defRPr sz="2175" b="0">
                <a:solidFill>
                  <a:srgbClr val="506274"/>
                </a:solidFill>
                <a:latin typeface="DejaVu Sans"/>
                <a:ea typeface="DejaVu Sans"/>
                <a:cs typeface="DejaVu Sans"/>
              </a:defRPr>
            </a:lvl8pPr>
            <a:lvl9pPr algn="ctr">
              <a:defRPr sz="2175" b="0">
                <a:solidFill>
                  <a:srgbClr val="506274"/>
                </a:solidFill>
                <a:latin typeface="DejaVu Sans"/>
                <a:ea typeface="DejaVu Sans"/>
                <a:cs typeface="DejaVu Sans"/>
              </a:defRPr>
            </a:lvl9pPr>
          </a:lstStyle>
          <a:p xmlns:a="http://schemas.openxmlformats.org/drawingml/2006/main">
            <a:pPr algn="ctr">
              <a:defRPr sz="2175" b="0">
                <a:solidFill>
                  <a:srgbClr val="506274"/>
                </a:solidFill>
                <a:latin typeface="DejaVu Sans"/>
                <a:ea typeface="DejaVu Sans"/>
                <a:cs typeface="DejaVu Sans"/>
              </a:defRPr>
            </a:pPr>
            <a:r>
              <a:rPr sz="2175" b="0">
                <a:solidFill>
                  <a:srgbClr val="506274"/>
                </a:solidFill>
                <a:latin typeface="DejaVu Sans"/>
                <a:ea typeface="DejaVu Sans"/>
                <a:cs typeface="DejaVu Sans"/>
              </a:rPr>
              <a:t>מדומות</a:t>
            </a:r>
          </a:p>
        </p:txBody>
      </p:sp>
      <p:sp>
        <p:nvSpPr>
          <p:cNvPr id="25" name="">
            <a:extLst xmlns:a="http://schemas.openxmlformats.org/drawingml/2006/main">
              <a:ext uri="{FF2B5EF4-FFF2-40B4-BE49-F238E27FC236}">
                <a16:creationId xmlns:a16="http://schemas.microsoft.com/office/drawing/2014/main" id="{E573AF71-4AB1-4042-9E4B-1BB7E4210CF2}"/>
              </a:ext>
            </a:extLst>
          </p:cNvPr>
          <p:cNvSpPr>
            <a:spLocks xmlns:a="http://schemas.openxmlformats.org/drawingml/2006/main" noGrp="1"/>
          </p:cNvSpPr>
          <p:nvPr/>
        </p:nvSpPr>
        <p:spPr>
          <a:xfrm xmlns:a="http://schemas.openxmlformats.org/drawingml/2006/main">
            <a:off x="8202930" y="4048125"/>
            <a:ext cx="640366"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506274"/>
                </a:solidFill>
                <a:latin typeface="DejaVu Sans"/>
                <a:ea typeface="DejaVu Sans"/>
                <a:cs typeface="DejaVu Sans"/>
              </a:defRPr>
            </a:defPPr>
            <a:lvl1pPr algn="ctr">
              <a:defRPr sz="2175" b="0">
                <a:solidFill>
                  <a:srgbClr val="506274"/>
                </a:solidFill>
                <a:latin typeface="DejaVu Sans"/>
                <a:ea typeface="DejaVu Sans"/>
                <a:cs typeface="DejaVu Sans"/>
              </a:defRPr>
            </a:lvl1pPr>
            <a:lvl2pPr algn="ctr">
              <a:defRPr sz="2175" b="0">
                <a:solidFill>
                  <a:srgbClr val="506274"/>
                </a:solidFill>
                <a:latin typeface="DejaVu Sans"/>
                <a:ea typeface="DejaVu Sans"/>
                <a:cs typeface="DejaVu Sans"/>
              </a:defRPr>
            </a:lvl2pPr>
            <a:lvl3pPr algn="ctr">
              <a:defRPr sz="2175" b="0">
                <a:solidFill>
                  <a:srgbClr val="506274"/>
                </a:solidFill>
                <a:latin typeface="DejaVu Sans"/>
                <a:ea typeface="DejaVu Sans"/>
                <a:cs typeface="DejaVu Sans"/>
              </a:defRPr>
            </a:lvl3pPr>
            <a:lvl4pPr algn="ctr">
              <a:defRPr sz="2175" b="0">
                <a:solidFill>
                  <a:srgbClr val="506274"/>
                </a:solidFill>
                <a:latin typeface="DejaVu Sans"/>
                <a:ea typeface="DejaVu Sans"/>
                <a:cs typeface="DejaVu Sans"/>
              </a:defRPr>
            </a:lvl4pPr>
            <a:lvl5pPr algn="ctr">
              <a:defRPr sz="2175" b="0">
                <a:solidFill>
                  <a:srgbClr val="506274"/>
                </a:solidFill>
                <a:latin typeface="DejaVu Sans"/>
                <a:ea typeface="DejaVu Sans"/>
                <a:cs typeface="DejaVu Sans"/>
              </a:defRPr>
            </a:lvl5pPr>
            <a:lvl6pPr algn="ctr">
              <a:defRPr sz="2175" b="0">
                <a:solidFill>
                  <a:srgbClr val="506274"/>
                </a:solidFill>
                <a:latin typeface="DejaVu Sans"/>
                <a:ea typeface="DejaVu Sans"/>
                <a:cs typeface="DejaVu Sans"/>
              </a:defRPr>
            </a:lvl6pPr>
            <a:lvl7pPr algn="ctr">
              <a:defRPr sz="2175" b="0">
                <a:solidFill>
                  <a:srgbClr val="506274"/>
                </a:solidFill>
                <a:latin typeface="DejaVu Sans"/>
                <a:ea typeface="DejaVu Sans"/>
                <a:cs typeface="DejaVu Sans"/>
              </a:defRPr>
            </a:lvl7pPr>
            <a:lvl8pPr algn="ctr">
              <a:defRPr sz="2175" b="0">
                <a:solidFill>
                  <a:srgbClr val="506274"/>
                </a:solidFill>
                <a:latin typeface="DejaVu Sans"/>
                <a:ea typeface="DejaVu Sans"/>
                <a:cs typeface="DejaVu Sans"/>
              </a:defRPr>
            </a:lvl8pPr>
            <a:lvl9pPr algn="ctr">
              <a:defRPr sz="2175" b="0">
                <a:solidFill>
                  <a:srgbClr val="506274"/>
                </a:solidFill>
                <a:latin typeface="DejaVu Sans"/>
                <a:ea typeface="DejaVu Sans"/>
                <a:cs typeface="DejaVu Sans"/>
              </a:defRPr>
            </a:lvl9pPr>
          </a:lstStyle>
          <a:p xmlns:a="http://schemas.openxmlformats.org/drawingml/2006/main">
            <a:pPr algn="ctr">
              <a:defRPr sz="2175" b="0">
                <a:solidFill>
                  <a:srgbClr val="506274"/>
                </a:solidFill>
                <a:latin typeface="DejaVu Sans"/>
                <a:ea typeface="DejaVu Sans"/>
                <a:cs typeface="DejaVu Sans"/>
              </a:defRPr>
            </a:pPr>
            <a:r>
              <a:rPr sz="2175" b="0">
                <a:solidFill>
                  <a:srgbClr val="506274"/>
                </a:solidFill>
                <a:latin typeface="DejaVu Sans"/>
                <a:ea typeface="DejaVu Sans"/>
                <a:cs typeface="DejaVu Sans"/>
              </a:rPr>
              <a:t>מתוך</a:t>
            </a:r>
          </a:p>
        </p:txBody>
      </p:sp>
      <p:sp>
        <p:nvSpPr>
          <p:cNvPr id="26" name="">
            <a:extLst xmlns:a="http://schemas.openxmlformats.org/drawingml/2006/main">
              <a:ext uri="{FF2B5EF4-FFF2-40B4-BE49-F238E27FC236}">
                <a16:creationId xmlns:a16="http://schemas.microsoft.com/office/drawing/2014/main" id="{91FE702C-CF7B-4AB8-A949-518258C5B791}"/>
              </a:ext>
            </a:extLst>
          </p:cNvPr>
          <p:cNvSpPr>
            <a:spLocks xmlns:a="http://schemas.openxmlformats.org/drawingml/2006/main" noGrp="1"/>
          </p:cNvSpPr>
          <p:nvPr/>
        </p:nvSpPr>
        <p:spPr>
          <a:xfrm xmlns:a="http://schemas.openxmlformats.org/drawingml/2006/main">
            <a:off x="7506557" y="4048125"/>
            <a:ext cx="627602"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506274"/>
                </a:solidFill>
                <a:latin typeface="DejaVu Sans"/>
                <a:ea typeface="DejaVu Sans"/>
                <a:cs typeface="DejaVu Sans"/>
              </a:defRPr>
            </a:defPPr>
            <a:lvl1pPr algn="ctr">
              <a:defRPr sz="2175" b="0">
                <a:solidFill>
                  <a:srgbClr val="506274"/>
                </a:solidFill>
                <a:latin typeface="DejaVu Sans"/>
                <a:ea typeface="DejaVu Sans"/>
                <a:cs typeface="DejaVu Sans"/>
              </a:defRPr>
            </a:lvl1pPr>
            <a:lvl2pPr algn="ctr">
              <a:defRPr sz="2175" b="0">
                <a:solidFill>
                  <a:srgbClr val="506274"/>
                </a:solidFill>
                <a:latin typeface="DejaVu Sans"/>
                <a:ea typeface="DejaVu Sans"/>
                <a:cs typeface="DejaVu Sans"/>
              </a:defRPr>
            </a:lvl2pPr>
            <a:lvl3pPr algn="ctr">
              <a:defRPr sz="2175" b="0">
                <a:solidFill>
                  <a:srgbClr val="506274"/>
                </a:solidFill>
                <a:latin typeface="DejaVu Sans"/>
                <a:ea typeface="DejaVu Sans"/>
                <a:cs typeface="DejaVu Sans"/>
              </a:defRPr>
            </a:lvl3pPr>
            <a:lvl4pPr algn="ctr">
              <a:defRPr sz="2175" b="0">
                <a:solidFill>
                  <a:srgbClr val="506274"/>
                </a:solidFill>
                <a:latin typeface="DejaVu Sans"/>
                <a:ea typeface="DejaVu Sans"/>
                <a:cs typeface="DejaVu Sans"/>
              </a:defRPr>
            </a:lvl4pPr>
            <a:lvl5pPr algn="ctr">
              <a:defRPr sz="2175" b="0">
                <a:solidFill>
                  <a:srgbClr val="506274"/>
                </a:solidFill>
                <a:latin typeface="DejaVu Sans"/>
                <a:ea typeface="DejaVu Sans"/>
                <a:cs typeface="DejaVu Sans"/>
              </a:defRPr>
            </a:lvl5pPr>
            <a:lvl6pPr algn="ctr">
              <a:defRPr sz="2175" b="0">
                <a:solidFill>
                  <a:srgbClr val="506274"/>
                </a:solidFill>
                <a:latin typeface="DejaVu Sans"/>
                <a:ea typeface="DejaVu Sans"/>
                <a:cs typeface="DejaVu Sans"/>
              </a:defRPr>
            </a:lvl6pPr>
            <a:lvl7pPr algn="ctr">
              <a:defRPr sz="2175" b="0">
                <a:solidFill>
                  <a:srgbClr val="506274"/>
                </a:solidFill>
                <a:latin typeface="DejaVu Sans"/>
                <a:ea typeface="DejaVu Sans"/>
                <a:cs typeface="DejaVu Sans"/>
              </a:defRPr>
            </a:lvl7pPr>
            <a:lvl8pPr algn="ctr">
              <a:defRPr sz="2175" b="0">
                <a:solidFill>
                  <a:srgbClr val="506274"/>
                </a:solidFill>
                <a:latin typeface="DejaVu Sans"/>
                <a:ea typeface="DejaVu Sans"/>
                <a:cs typeface="DejaVu Sans"/>
              </a:defRPr>
            </a:lvl8pPr>
            <a:lvl9pPr algn="ctr">
              <a:defRPr sz="2175" b="0">
                <a:solidFill>
                  <a:srgbClr val="506274"/>
                </a:solidFill>
                <a:latin typeface="DejaVu Sans"/>
                <a:ea typeface="DejaVu Sans"/>
                <a:cs typeface="DejaVu Sans"/>
              </a:defRPr>
            </a:lvl9pPr>
          </a:lstStyle>
          <a:p xmlns:a="http://schemas.openxmlformats.org/drawingml/2006/main">
            <a:pPr algn="ctr">
              <a:defRPr sz="2175" b="0">
                <a:solidFill>
                  <a:srgbClr val="506274"/>
                </a:solidFill>
                <a:latin typeface="DejaVu Sans"/>
                <a:ea typeface="DejaVu Sans"/>
                <a:cs typeface="DejaVu Sans"/>
              </a:defRPr>
            </a:pPr>
            <a:r>
              <a:rPr sz="2175" b="0">
                <a:solidFill>
                  <a:srgbClr val="506274"/>
                </a:solidFill>
                <a:latin typeface="DejaVu Sans"/>
                <a:ea typeface="DejaVu Sans"/>
                <a:cs typeface="DejaVu Sans"/>
              </a:rPr>
              <a:t>קובץ</a:t>
            </a:r>
          </a:p>
        </p:txBody>
      </p:sp>
      <p:sp>
        <p:nvSpPr>
          <p:cNvPr id="27" name="">
            <a:extLst xmlns:a="http://schemas.openxmlformats.org/drawingml/2006/main">
              <a:ext uri="{FF2B5EF4-FFF2-40B4-BE49-F238E27FC236}">
                <a16:creationId xmlns:a16="http://schemas.microsoft.com/office/drawing/2014/main" id="{25BDE575-CB81-45B9-8D5D-F3066B34CAA5}"/>
              </a:ext>
            </a:extLst>
          </p:cNvPr>
          <p:cNvSpPr>
            <a:spLocks xmlns:a="http://schemas.openxmlformats.org/drawingml/2006/main" noGrp="1"/>
          </p:cNvSpPr>
          <p:nvPr/>
        </p:nvSpPr>
        <p:spPr>
          <a:xfrm xmlns:a="http://schemas.openxmlformats.org/drawingml/2006/main">
            <a:off x="6505480" y="4048125"/>
            <a:ext cx="932307"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506274"/>
                </a:solidFill>
                <a:latin typeface="DejaVu Sans"/>
                <a:ea typeface="DejaVu Sans"/>
                <a:cs typeface="DejaVu Sans"/>
              </a:defRPr>
            </a:defPPr>
            <a:lvl1pPr algn="ctr">
              <a:defRPr sz="2175" b="0">
                <a:solidFill>
                  <a:srgbClr val="506274"/>
                </a:solidFill>
                <a:latin typeface="DejaVu Sans"/>
                <a:ea typeface="DejaVu Sans"/>
                <a:cs typeface="DejaVu Sans"/>
              </a:defRPr>
            </a:lvl1pPr>
            <a:lvl2pPr algn="ctr">
              <a:defRPr sz="2175" b="0">
                <a:solidFill>
                  <a:srgbClr val="506274"/>
                </a:solidFill>
                <a:latin typeface="DejaVu Sans"/>
                <a:ea typeface="DejaVu Sans"/>
                <a:cs typeface="DejaVu Sans"/>
              </a:defRPr>
            </a:lvl2pPr>
            <a:lvl3pPr algn="ctr">
              <a:defRPr sz="2175" b="0">
                <a:solidFill>
                  <a:srgbClr val="506274"/>
                </a:solidFill>
                <a:latin typeface="DejaVu Sans"/>
                <a:ea typeface="DejaVu Sans"/>
                <a:cs typeface="DejaVu Sans"/>
              </a:defRPr>
            </a:lvl3pPr>
            <a:lvl4pPr algn="ctr">
              <a:defRPr sz="2175" b="0">
                <a:solidFill>
                  <a:srgbClr val="506274"/>
                </a:solidFill>
                <a:latin typeface="DejaVu Sans"/>
                <a:ea typeface="DejaVu Sans"/>
                <a:cs typeface="DejaVu Sans"/>
              </a:defRPr>
            </a:lvl4pPr>
            <a:lvl5pPr algn="ctr">
              <a:defRPr sz="2175" b="0">
                <a:solidFill>
                  <a:srgbClr val="506274"/>
                </a:solidFill>
                <a:latin typeface="DejaVu Sans"/>
                <a:ea typeface="DejaVu Sans"/>
                <a:cs typeface="DejaVu Sans"/>
              </a:defRPr>
            </a:lvl5pPr>
            <a:lvl6pPr algn="ctr">
              <a:defRPr sz="2175" b="0">
                <a:solidFill>
                  <a:srgbClr val="506274"/>
                </a:solidFill>
                <a:latin typeface="DejaVu Sans"/>
                <a:ea typeface="DejaVu Sans"/>
                <a:cs typeface="DejaVu Sans"/>
              </a:defRPr>
            </a:lvl6pPr>
            <a:lvl7pPr algn="ctr">
              <a:defRPr sz="2175" b="0">
                <a:solidFill>
                  <a:srgbClr val="506274"/>
                </a:solidFill>
                <a:latin typeface="DejaVu Sans"/>
                <a:ea typeface="DejaVu Sans"/>
                <a:cs typeface="DejaVu Sans"/>
              </a:defRPr>
            </a:lvl7pPr>
            <a:lvl8pPr algn="ctr">
              <a:defRPr sz="2175" b="0">
                <a:solidFill>
                  <a:srgbClr val="506274"/>
                </a:solidFill>
                <a:latin typeface="DejaVu Sans"/>
                <a:ea typeface="DejaVu Sans"/>
                <a:cs typeface="DejaVu Sans"/>
              </a:defRPr>
            </a:lvl8pPr>
            <a:lvl9pPr algn="ctr">
              <a:defRPr sz="2175" b="0">
                <a:solidFill>
                  <a:srgbClr val="506274"/>
                </a:solidFill>
                <a:latin typeface="DejaVu Sans"/>
                <a:ea typeface="DejaVu Sans"/>
                <a:cs typeface="DejaVu Sans"/>
              </a:defRPr>
            </a:lvl9pPr>
          </a:lstStyle>
          <a:p xmlns:a="http://schemas.openxmlformats.org/drawingml/2006/main">
            <a:pPr algn="ctr">
              <a:defRPr sz="2175" b="0">
                <a:solidFill>
                  <a:srgbClr val="506274"/>
                </a:solidFill>
                <a:latin typeface="DejaVu Sans"/>
                <a:ea typeface="DejaVu Sans"/>
                <a:cs typeface="DejaVu Sans"/>
              </a:defRPr>
            </a:pPr>
            <a:r>
              <a:rPr sz="2175" b="0">
                <a:solidFill>
                  <a:srgbClr val="506274"/>
                </a:solidFill>
                <a:latin typeface="DejaVu Sans"/>
                <a:ea typeface="DejaVu Sans"/>
                <a:cs typeface="DejaVu Sans"/>
              </a:rPr>
              <a:t>המטלה</a:t>
            </a:r>
          </a:p>
        </p:txBody>
      </p:sp>
      <p:sp>
        <p:nvSpPr>
          <p:cNvPr id="28" name="">
            <a:extLst xmlns:a="http://schemas.openxmlformats.org/drawingml/2006/main">
              <a:ext uri="{FF2B5EF4-FFF2-40B4-BE49-F238E27FC236}">
                <a16:creationId xmlns:a16="http://schemas.microsoft.com/office/drawing/2014/main" id="{6A81BBBA-1D12-4A3D-9AD5-A21D1974C399}"/>
              </a:ext>
            </a:extLst>
          </p:cNvPr>
          <p:cNvSpPr>
            <a:spLocks xmlns:a="http://schemas.openxmlformats.org/drawingml/2006/main" noGrp="1"/>
          </p:cNvSpPr>
          <p:nvPr/>
        </p:nvSpPr>
        <p:spPr>
          <a:xfrm xmlns:a="http://schemas.openxmlformats.org/drawingml/2006/main">
            <a:off x="10209181" y="4953000"/>
            <a:ext cx="1239869"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400" b="1">
                <a:solidFill>
                  <a:srgbClr val="173654"/>
                </a:solidFill>
                <a:latin typeface="DejaVu Sans"/>
                <a:ea typeface="DejaVu Sans"/>
                <a:cs typeface="DejaVu Sans"/>
              </a:defRPr>
            </a:defPPr>
            <a:lvl1pPr algn="ctr">
              <a:defRPr sz="2400" b="1">
                <a:solidFill>
                  <a:srgbClr val="173654"/>
                </a:solidFill>
                <a:latin typeface="DejaVu Sans"/>
                <a:ea typeface="DejaVu Sans"/>
                <a:cs typeface="DejaVu Sans"/>
              </a:defRPr>
            </a:lvl1pPr>
            <a:lvl2pPr algn="ctr">
              <a:defRPr sz="2400" b="1">
                <a:solidFill>
                  <a:srgbClr val="173654"/>
                </a:solidFill>
                <a:latin typeface="DejaVu Sans"/>
                <a:ea typeface="DejaVu Sans"/>
                <a:cs typeface="DejaVu Sans"/>
              </a:defRPr>
            </a:lvl2pPr>
            <a:lvl3pPr algn="ctr">
              <a:defRPr sz="2400" b="1">
                <a:solidFill>
                  <a:srgbClr val="173654"/>
                </a:solidFill>
                <a:latin typeface="DejaVu Sans"/>
                <a:ea typeface="DejaVu Sans"/>
                <a:cs typeface="DejaVu Sans"/>
              </a:defRPr>
            </a:lvl3pPr>
            <a:lvl4pPr algn="ctr">
              <a:defRPr sz="2400" b="1">
                <a:solidFill>
                  <a:srgbClr val="173654"/>
                </a:solidFill>
                <a:latin typeface="DejaVu Sans"/>
                <a:ea typeface="DejaVu Sans"/>
                <a:cs typeface="DejaVu Sans"/>
              </a:defRPr>
            </a:lvl4pPr>
            <a:lvl5pPr algn="ctr">
              <a:defRPr sz="2400" b="1">
                <a:solidFill>
                  <a:srgbClr val="173654"/>
                </a:solidFill>
                <a:latin typeface="DejaVu Sans"/>
                <a:ea typeface="DejaVu Sans"/>
                <a:cs typeface="DejaVu Sans"/>
              </a:defRPr>
            </a:lvl5pPr>
            <a:lvl6pPr algn="ctr">
              <a:defRPr sz="2400" b="1">
                <a:solidFill>
                  <a:srgbClr val="173654"/>
                </a:solidFill>
                <a:latin typeface="DejaVu Sans"/>
                <a:ea typeface="DejaVu Sans"/>
                <a:cs typeface="DejaVu Sans"/>
              </a:defRPr>
            </a:lvl6pPr>
            <a:lvl7pPr algn="ctr">
              <a:defRPr sz="2400" b="1">
                <a:solidFill>
                  <a:srgbClr val="173654"/>
                </a:solidFill>
                <a:latin typeface="DejaVu Sans"/>
                <a:ea typeface="DejaVu Sans"/>
                <a:cs typeface="DejaVu Sans"/>
              </a:defRPr>
            </a:lvl7pPr>
            <a:lvl8pPr algn="ctr">
              <a:defRPr sz="2400" b="1">
                <a:solidFill>
                  <a:srgbClr val="173654"/>
                </a:solidFill>
                <a:latin typeface="DejaVu Sans"/>
                <a:ea typeface="DejaVu Sans"/>
                <a:cs typeface="DejaVu Sans"/>
              </a:defRPr>
            </a:lvl8pPr>
            <a:lvl9pPr algn="ctr">
              <a:defRPr sz="2400" b="1">
                <a:solidFill>
                  <a:srgbClr val="173654"/>
                </a:solidFill>
                <a:latin typeface="DejaVu Sans"/>
                <a:ea typeface="DejaVu Sans"/>
                <a:cs typeface="DejaVu Sans"/>
              </a:defRPr>
            </a:lvl9pPr>
          </a:lstStyle>
          <a:p xmlns:a="http://schemas.openxmlformats.org/drawingml/2006/main">
            <a:pPr algn="ctr">
              <a:defRPr sz="2400" b="1">
                <a:solidFill>
                  <a:srgbClr val="173654"/>
                </a:solidFill>
                <a:latin typeface="DejaVu Sans"/>
                <a:ea typeface="DejaVu Sans"/>
                <a:cs typeface="DejaVu Sans"/>
              </a:defRPr>
            </a:pPr>
            <a:r>
              <a:rPr sz="2400" b="1">
                <a:solidFill>
                  <a:srgbClr val="173654"/>
                </a:solidFill>
                <a:latin typeface="DejaVu Sans"/>
                <a:ea typeface="DejaVu Sans"/>
                <a:cs typeface="DejaVu Sans"/>
              </a:rPr>
              <a:t>שולרופר</a:t>
            </a:r>
          </a:p>
        </p:txBody>
      </p:sp>
      <p:sp>
        <p:nvSpPr>
          <p:cNvPr id="29" name="">
            <a:extLst xmlns:a="http://schemas.openxmlformats.org/drawingml/2006/main">
              <a:ext uri="{FF2B5EF4-FFF2-40B4-BE49-F238E27FC236}">
                <a16:creationId xmlns:a16="http://schemas.microsoft.com/office/drawing/2014/main" id="{B10023B6-B945-4790-B4D7-DD48DA6AA69B}"/>
              </a:ext>
            </a:extLst>
          </p:cNvPr>
          <p:cNvSpPr>
            <a:spLocks xmlns:a="http://schemas.openxmlformats.org/drawingml/2006/main" noGrp="1"/>
          </p:cNvSpPr>
          <p:nvPr/>
        </p:nvSpPr>
        <p:spPr>
          <a:xfrm xmlns:a="http://schemas.openxmlformats.org/drawingml/2006/main">
            <a:off x="9564434" y="4953000"/>
            <a:ext cx="557689"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400" b="1">
                <a:solidFill>
                  <a:srgbClr val="173654"/>
                </a:solidFill>
                <a:latin typeface="DejaVu Sans"/>
                <a:ea typeface="DejaVu Sans"/>
                <a:cs typeface="DejaVu Sans"/>
              </a:defRPr>
            </a:defPPr>
            <a:lvl1pPr algn="ctr">
              <a:defRPr sz="2400" b="1">
                <a:solidFill>
                  <a:srgbClr val="173654"/>
                </a:solidFill>
                <a:latin typeface="DejaVu Sans"/>
                <a:ea typeface="DejaVu Sans"/>
                <a:cs typeface="DejaVu Sans"/>
              </a:defRPr>
            </a:lvl1pPr>
            <a:lvl2pPr algn="ctr">
              <a:defRPr sz="2400" b="1">
                <a:solidFill>
                  <a:srgbClr val="173654"/>
                </a:solidFill>
                <a:latin typeface="DejaVu Sans"/>
                <a:ea typeface="DejaVu Sans"/>
                <a:cs typeface="DejaVu Sans"/>
              </a:defRPr>
            </a:lvl2pPr>
            <a:lvl3pPr algn="ctr">
              <a:defRPr sz="2400" b="1">
                <a:solidFill>
                  <a:srgbClr val="173654"/>
                </a:solidFill>
                <a:latin typeface="DejaVu Sans"/>
                <a:ea typeface="DejaVu Sans"/>
                <a:cs typeface="DejaVu Sans"/>
              </a:defRPr>
            </a:lvl3pPr>
            <a:lvl4pPr algn="ctr">
              <a:defRPr sz="2400" b="1">
                <a:solidFill>
                  <a:srgbClr val="173654"/>
                </a:solidFill>
                <a:latin typeface="DejaVu Sans"/>
                <a:ea typeface="DejaVu Sans"/>
                <a:cs typeface="DejaVu Sans"/>
              </a:defRPr>
            </a:lvl4pPr>
            <a:lvl5pPr algn="ctr">
              <a:defRPr sz="2400" b="1">
                <a:solidFill>
                  <a:srgbClr val="173654"/>
                </a:solidFill>
                <a:latin typeface="DejaVu Sans"/>
                <a:ea typeface="DejaVu Sans"/>
                <a:cs typeface="DejaVu Sans"/>
              </a:defRPr>
            </a:lvl5pPr>
            <a:lvl6pPr algn="ctr">
              <a:defRPr sz="2400" b="1">
                <a:solidFill>
                  <a:srgbClr val="173654"/>
                </a:solidFill>
                <a:latin typeface="DejaVu Sans"/>
                <a:ea typeface="DejaVu Sans"/>
                <a:cs typeface="DejaVu Sans"/>
              </a:defRPr>
            </a:lvl6pPr>
            <a:lvl7pPr algn="ctr">
              <a:defRPr sz="2400" b="1">
                <a:solidFill>
                  <a:srgbClr val="173654"/>
                </a:solidFill>
                <a:latin typeface="DejaVu Sans"/>
                <a:ea typeface="DejaVu Sans"/>
                <a:cs typeface="DejaVu Sans"/>
              </a:defRPr>
            </a:lvl7pPr>
            <a:lvl8pPr algn="ctr">
              <a:defRPr sz="2400" b="1">
                <a:solidFill>
                  <a:srgbClr val="173654"/>
                </a:solidFill>
                <a:latin typeface="DejaVu Sans"/>
                <a:ea typeface="DejaVu Sans"/>
                <a:cs typeface="DejaVu Sans"/>
              </a:defRPr>
            </a:lvl8pPr>
            <a:lvl9pPr algn="ctr">
              <a:defRPr sz="2400" b="1">
                <a:solidFill>
                  <a:srgbClr val="173654"/>
                </a:solidFill>
                <a:latin typeface="DejaVu Sans"/>
                <a:ea typeface="DejaVu Sans"/>
                <a:cs typeface="DejaVu Sans"/>
              </a:defRPr>
            </a:lvl9pPr>
          </a:lstStyle>
          <a:p xmlns:a="http://schemas.openxmlformats.org/drawingml/2006/main">
            <a:pPr algn="ctr">
              <a:defRPr sz="2400" b="1">
                <a:solidFill>
                  <a:srgbClr val="173654"/>
                </a:solidFill>
                <a:latin typeface="DejaVu Sans"/>
                <a:ea typeface="DejaVu Sans"/>
                <a:cs typeface="DejaVu Sans"/>
              </a:defRPr>
            </a:pPr>
            <a:r>
              <a:rPr sz="2400" b="1">
                <a:solidFill>
                  <a:srgbClr val="173654"/>
                </a:solidFill>
                <a:latin typeface="DejaVu Sans"/>
                <a:ea typeface="DejaVu Sans"/>
                <a:cs typeface="DejaVu Sans"/>
              </a:rPr>
              <a:t>אור</a:t>
            </a:r>
          </a:p>
        </p:txBody>
      </p:sp>
    </p:spTree>
    <p:extLst>
      <p:ext uri="{BB962C8B-B14F-4D97-AF65-F5344CB8AC3E}">
        <p14:creationId xmlns:p14="http://schemas.microsoft.com/office/powerpoint/2010/main" val="558440865"/>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8A5492D-1442-4A97-ACAA-91A58F4F54FF}"/>
              </a:ext>
            </a:extLst>
          </p:cNvPr>
          <p:cNvSpPr>
            <a:spLocks xmlns:a="http://schemas.openxmlformats.org/drawingml/2006/main" noGrp="1"/>
          </p:cNvSpPr>
          <p:nvPr/>
        </p:nvSpPr>
        <p:spPr>
          <a:xfrm xmlns:a="http://schemas.openxmlformats.org/drawingml/2006/main">
            <a:off x="10262711" y="476250"/>
            <a:ext cx="1281589"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הבעיה</a:t>
            </a:r>
          </a:p>
        </p:txBody>
      </p:sp>
      <p:sp>
        <p:nvSpPr>
          <p:cNvPr id="2" name="">
            <a:extLst xmlns:a="http://schemas.openxmlformats.org/drawingml/2006/main">
              <a:ext uri="{FF2B5EF4-FFF2-40B4-BE49-F238E27FC236}">
                <a16:creationId xmlns:a16="http://schemas.microsoft.com/office/drawing/2014/main" id="{BA2C3672-BE7F-4778-87DF-68DFB2F6654C}"/>
              </a:ext>
            </a:extLst>
          </p:cNvPr>
          <p:cNvSpPr>
            <a:spLocks xmlns:a="http://schemas.openxmlformats.org/drawingml/2006/main" noGrp="1"/>
          </p:cNvSpPr>
          <p:nvPr/>
        </p:nvSpPr>
        <p:spPr>
          <a:xfrm xmlns:a="http://schemas.openxmlformats.org/drawingml/2006/main">
            <a:off x="8518017" y="476250"/>
            <a:ext cx="1617821"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העסקית</a:t>
            </a:r>
          </a:p>
        </p:txBody>
      </p:sp>
      <p:sp>
        <p:nvSpPr>
          <p:cNvPr id="3" name="">
            <a:extLst xmlns:a="http://schemas.openxmlformats.org/drawingml/2006/main">
              <a:ext uri="{FF2B5EF4-FFF2-40B4-BE49-F238E27FC236}">
                <a16:creationId xmlns:a16="http://schemas.microsoft.com/office/drawing/2014/main" id="{0F2D893E-7F8D-434E-9D8B-3887328067BA}"/>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5C67DCF7-5476-4AAA-A9F9-54E5B2294A5D}"/>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5" name="">
            <a:extLst xmlns:a="http://schemas.openxmlformats.org/drawingml/2006/main">
              <a:ext uri="{FF2B5EF4-FFF2-40B4-BE49-F238E27FC236}">
                <a16:creationId xmlns:a16="http://schemas.microsoft.com/office/drawing/2014/main" id="{D0C10EF8-48D0-4CAD-B333-F315801501D6}"/>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6" name="">
            <a:extLst xmlns:a="http://schemas.openxmlformats.org/drawingml/2006/main">
              <a:ext uri="{FF2B5EF4-FFF2-40B4-BE49-F238E27FC236}">
                <a16:creationId xmlns:a16="http://schemas.microsoft.com/office/drawing/2014/main" id="{C4A8D587-B1C3-4C5D-9607-CD14FC42EE6B}"/>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7" name="">
            <a:extLst xmlns:a="http://schemas.openxmlformats.org/drawingml/2006/main">
              <a:ext uri="{FF2B5EF4-FFF2-40B4-BE49-F238E27FC236}">
                <a16:creationId xmlns:a16="http://schemas.microsoft.com/office/drawing/2014/main" id="{668768EE-0E62-42C4-B262-F8EDB45923E5}"/>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8" name="">
            <a:extLst xmlns:a="http://schemas.openxmlformats.org/drawingml/2006/main">
              <a:ext uri="{FF2B5EF4-FFF2-40B4-BE49-F238E27FC236}">
                <a16:creationId xmlns:a16="http://schemas.microsoft.com/office/drawing/2014/main" id="{E3B6F0DA-068C-4C68-B43C-979A129AC81D}"/>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9" name="">
            <a:extLst xmlns:a="http://schemas.openxmlformats.org/drawingml/2006/main">
              <a:ext uri="{FF2B5EF4-FFF2-40B4-BE49-F238E27FC236}">
                <a16:creationId xmlns:a16="http://schemas.microsoft.com/office/drawing/2014/main" id="{59FC6289-8578-403D-8C3A-8F5596AA1BC9}"/>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sp>
        <p:nvSpPr>
          <p:cNvPr id="10" name="">
            <a:extLst xmlns:a="http://schemas.openxmlformats.org/drawingml/2006/main">
              <a:ext uri="{FF2B5EF4-FFF2-40B4-BE49-F238E27FC236}">
                <a16:creationId xmlns:a16="http://schemas.microsoft.com/office/drawing/2014/main" id="{E2A6AC35-0A34-4ADE-A064-E77C9E772D3F}"/>
              </a:ext>
            </a:extLst>
          </p:cNvPr>
          <p:cNvSpPr>
            <a:spLocks xmlns:a="http://schemas.openxmlformats.org/drawingml/2006/main" noGrp="1"/>
          </p:cNvSpPr>
          <p:nvPr/>
        </p:nvSpPr>
        <p:spPr>
          <a:xfrm xmlns:a="http://schemas.openxmlformats.org/drawingml/2006/main">
            <a:off x="10522363" y="1666875"/>
            <a:ext cx="78381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הסקר</a:t>
            </a:r>
          </a:p>
        </p:txBody>
      </p:sp>
      <p:sp>
        <p:nvSpPr>
          <p:cNvPr id="11" name="">
            <a:extLst xmlns:a="http://schemas.openxmlformats.org/drawingml/2006/main">
              <a:ext uri="{FF2B5EF4-FFF2-40B4-BE49-F238E27FC236}">
                <a16:creationId xmlns:a16="http://schemas.microsoft.com/office/drawing/2014/main" id="{A1BDE0E6-00D5-4D78-968C-6F454BDAEAD3}"/>
              </a:ext>
            </a:extLst>
          </p:cNvPr>
          <p:cNvSpPr>
            <a:spLocks xmlns:a="http://schemas.openxmlformats.org/drawingml/2006/main" noGrp="1"/>
          </p:cNvSpPr>
          <p:nvPr/>
        </p:nvSpPr>
        <p:spPr>
          <a:xfrm xmlns:a="http://schemas.openxmlformats.org/drawingml/2006/main">
            <a:off x="9849136" y="1666875"/>
            <a:ext cx="60140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כולל</a:t>
            </a:r>
          </a:p>
        </p:txBody>
      </p:sp>
      <p:sp>
        <p:nvSpPr>
          <p:cNvPr id="12" name="">
            <a:extLst xmlns:a="http://schemas.openxmlformats.org/drawingml/2006/main">
              <a:ext uri="{FF2B5EF4-FFF2-40B4-BE49-F238E27FC236}">
                <a16:creationId xmlns:a16="http://schemas.microsoft.com/office/drawing/2014/main" id="{69666736-7F26-46A0-AAAA-1AD01E78F57A}"/>
              </a:ext>
            </a:extLst>
          </p:cNvPr>
          <p:cNvSpPr>
            <a:spLocks xmlns:a="http://schemas.openxmlformats.org/drawingml/2006/main" noGrp="1"/>
          </p:cNvSpPr>
          <p:nvPr/>
        </p:nvSpPr>
        <p:spPr>
          <a:xfrm xmlns:a="http://schemas.openxmlformats.org/drawingml/2006/main">
            <a:off x="8983885" y="1666875"/>
            <a:ext cx="79343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תיאורי</a:t>
            </a:r>
          </a:p>
        </p:txBody>
      </p:sp>
      <p:sp>
        <p:nvSpPr>
          <p:cNvPr id="13" name="">
            <a:extLst xmlns:a="http://schemas.openxmlformats.org/drawingml/2006/main">
              <a:ext uri="{FF2B5EF4-FFF2-40B4-BE49-F238E27FC236}">
                <a16:creationId xmlns:a16="http://schemas.microsoft.com/office/drawing/2014/main" id="{90323FE3-3CB0-47A9-AEAA-7D10121C0550}"/>
              </a:ext>
            </a:extLst>
          </p:cNvPr>
          <p:cNvSpPr>
            <a:spLocks xmlns:a="http://schemas.openxmlformats.org/drawingml/2006/main" noGrp="1"/>
          </p:cNvSpPr>
          <p:nvPr/>
        </p:nvSpPr>
        <p:spPr>
          <a:xfrm xmlns:a="http://schemas.openxmlformats.org/drawingml/2006/main">
            <a:off x="8099870" y="1666875"/>
            <a:ext cx="81219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עבודה</a:t>
            </a:r>
          </a:p>
        </p:txBody>
      </p:sp>
      <p:sp>
        <p:nvSpPr>
          <p:cNvPr id="14" name="">
            <a:extLst xmlns:a="http://schemas.openxmlformats.org/drawingml/2006/main">
              <a:ext uri="{FF2B5EF4-FFF2-40B4-BE49-F238E27FC236}">
                <a16:creationId xmlns:a16="http://schemas.microsoft.com/office/drawing/2014/main" id="{4A7E3CAB-F093-4D27-9D76-60092635FC80}"/>
              </a:ext>
            </a:extLst>
          </p:cNvPr>
          <p:cNvSpPr>
            <a:spLocks xmlns:a="http://schemas.openxmlformats.org/drawingml/2006/main" noGrp="1"/>
          </p:cNvSpPr>
          <p:nvPr/>
        </p:nvSpPr>
        <p:spPr>
          <a:xfrm xmlns:a="http://schemas.openxmlformats.org/drawingml/2006/main">
            <a:off x="7017544" y="1666875"/>
            <a:ext cx="101050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חופשיים</a:t>
            </a:r>
          </a:p>
        </p:txBody>
      </p:sp>
      <p:sp>
        <p:nvSpPr>
          <p:cNvPr id="15" name="">
            <a:extLst xmlns:a="http://schemas.openxmlformats.org/drawingml/2006/main">
              <a:ext uri="{FF2B5EF4-FFF2-40B4-BE49-F238E27FC236}">
                <a16:creationId xmlns:a16="http://schemas.microsoft.com/office/drawing/2014/main" id="{9FBCF330-C19D-426C-860E-01016B3D65CD}"/>
              </a:ext>
            </a:extLst>
          </p:cNvPr>
          <p:cNvSpPr>
            <a:spLocks xmlns:a="http://schemas.openxmlformats.org/drawingml/2006/main" noGrp="1"/>
          </p:cNvSpPr>
          <p:nvPr/>
        </p:nvSpPr>
        <p:spPr>
          <a:xfrm xmlns:a="http://schemas.openxmlformats.org/drawingml/2006/main">
            <a:off x="6196108" y="1666875"/>
            <a:ext cx="74961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ושדות</a:t>
            </a:r>
          </a:p>
        </p:txBody>
      </p:sp>
      <p:sp>
        <p:nvSpPr>
          <p:cNvPr id="16" name="">
            <a:extLst xmlns:a="http://schemas.openxmlformats.org/drawingml/2006/main">
              <a:ext uri="{FF2B5EF4-FFF2-40B4-BE49-F238E27FC236}">
                <a16:creationId xmlns:a16="http://schemas.microsoft.com/office/drawing/2014/main" id="{DD157A31-7B9D-4DA4-9F1E-D4CFDCACFF7D}"/>
              </a:ext>
            </a:extLst>
          </p:cNvPr>
          <p:cNvSpPr>
            <a:spLocks xmlns:a="http://schemas.openxmlformats.org/drawingml/2006/main" noGrp="1"/>
          </p:cNvSpPr>
          <p:nvPr/>
        </p:nvSpPr>
        <p:spPr>
          <a:xfrm xmlns:a="http://schemas.openxmlformats.org/drawingml/2006/main">
            <a:off x="5141024" y="1666875"/>
            <a:ext cx="98326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שאפשר</a:t>
            </a:r>
          </a:p>
        </p:txBody>
      </p:sp>
      <p:sp>
        <p:nvSpPr>
          <p:cNvPr id="17" name="">
            <a:extLst xmlns:a="http://schemas.openxmlformats.org/drawingml/2006/main">
              <a:ext uri="{FF2B5EF4-FFF2-40B4-BE49-F238E27FC236}">
                <a16:creationId xmlns:a16="http://schemas.microsoft.com/office/drawing/2014/main" id="{412433BF-198A-4B46-8858-EE835EFFAF98}"/>
              </a:ext>
            </a:extLst>
          </p:cNvPr>
          <p:cNvSpPr>
            <a:spLocks xmlns:a="http://schemas.openxmlformats.org/drawingml/2006/main" noGrp="1"/>
          </p:cNvSpPr>
          <p:nvPr/>
        </p:nvSpPr>
        <p:spPr>
          <a:xfrm xmlns:a="http://schemas.openxmlformats.org/drawingml/2006/main">
            <a:off x="4053840" y="1666875"/>
            <a:ext cx="101536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להשאיר</a:t>
            </a:r>
          </a:p>
        </p:txBody>
      </p:sp>
      <p:sp>
        <p:nvSpPr>
          <p:cNvPr id="18" name="">
            <a:extLst xmlns:a="http://schemas.openxmlformats.org/drawingml/2006/main">
              <a:ext uri="{FF2B5EF4-FFF2-40B4-BE49-F238E27FC236}">
                <a16:creationId xmlns:a16="http://schemas.microsoft.com/office/drawing/2014/main" id="{0B7D5ECD-D1E4-4811-8950-8A20986C04B8}"/>
              </a:ext>
            </a:extLst>
          </p:cNvPr>
          <p:cNvSpPr>
            <a:spLocks xmlns:a="http://schemas.openxmlformats.org/drawingml/2006/main" noGrp="1"/>
          </p:cNvSpPr>
          <p:nvPr/>
        </p:nvSpPr>
        <p:spPr>
          <a:xfrm xmlns:a="http://schemas.openxmlformats.org/drawingml/2006/main">
            <a:off x="3162110" y="1666875"/>
            <a:ext cx="81991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ריקים.</a:t>
            </a:r>
          </a:p>
        </p:txBody>
      </p:sp>
      <p:sp>
        <p:nvSpPr>
          <p:cNvPr id="19" name="">
            <a:extLst xmlns:a="http://schemas.openxmlformats.org/drawingml/2006/main">
              <a:ext uri="{FF2B5EF4-FFF2-40B4-BE49-F238E27FC236}">
                <a16:creationId xmlns:a16="http://schemas.microsoft.com/office/drawing/2014/main" id="{45F95249-2023-410E-83C3-A62AF66E0C98}"/>
              </a:ext>
            </a:extLst>
          </p:cNvPr>
          <p:cNvSpPr>
            <a:spLocks xmlns:a="http://schemas.openxmlformats.org/drawingml/2006/main" noGrp="1"/>
          </p:cNvSpPr>
          <p:nvPr/>
        </p:nvSpPr>
        <p:spPr>
          <a:xfrm xmlns:a="http://schemas.openxmlformats.org/drawingml/2006/main">
            <a:off x="2378774" y="1666875"/>
            <a:ext cx="71151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נסקר</a:t>
            </a:r>
          </a:p>
        </p:txBody>
      </p:sp>
      <p:sp>
        <p:nvSpPr>
          <p:cNvPr id="20" name="">
            <a:extLst xmlns:a="http://schemas.openxmlformats.org/drawingml/2006/main">
              <a:ext uri="{FF2B5EF4-FFF2-40B4-BE49-F238E27FC236}">
                <a16:creationId xmlns:a16="http://schemas.microsoft.com/office/drawing/2014/main" id="{CB56F23B-ED8B-44B6-B3D9-4E28C039C3BB}"/>
              </a:ext>
            </a:extLst>
          </p:cNvPr>
          <p:cNvSpPr>
            <a:spLocks xmlns:a="http://schemas.openxmlformats.org/drawingml/2006/main" noGrp="1"/>
          </p:cNvSpPr>
          <p:nvPr/>
        </p:nvSpPr>
        <p:spPr>
          <a:xfrm xmlns:a="http://schemas.openxmlformats.org/drawingml/2006/main">
            <a:off x="1736217" y="1666875"/>
            <a:ext cx="57073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עשוי</a:t>
            </a:r>
          </a:p>
        </p:txBody>
      </p:sp>
      <p:sp>
        <p:nvSpPr>
          <p:cNvPr id="21" name="">
            <a:extLst xmlns:a="http://schemas.openxmlformats.org/drawingml/2006/main">
              <a:ext uri="{FF2B5EF4-FFF2-40B4-BE49-F238E27FC236}">
                <a16:creationId xmlns:a16="http://schemas.microsoft.com/office/drawing/2014/main" id="{B74ABB18-E05C-4C04-8162-FAA5CB433B9F}"/>
              </a:ext>
            </a:extLst>
          </p:cNvPr>
          <p:cNvSpPr>
            <a:spLocks xmlns:a="http://schemas.openxmlformats.org/drawingml/2006/main" noGrp="1"/>
          </p:cNvSpPr>
          <p:nvPr/>
        </p:nvSpPr>
        <p:spPr>
          <a:xfrm xmlns:a="http://schemas.openxmlformats.org/drawingml/2006/main">
            <a:off x="10532269" y="2052638"/>
            <a:ext cx="77390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לעדכן</a:t>
            </a:r>
          </a:p>
        </p:txBody>
      </p:sp>
      <p:sp>
        <p:nvSpPr>
          <p:cNvPr id="22" name="">
            <a:extLst xmlns:a="http://schemas.openxmlformats.org/drawingml/2006/main">
              <a:ext uri="{FF2B5EF4-FFF2-40B4-BE49-F238E27FC236}">
                <a16:creationId xmlns:a16="http://schemas.microsoft.com/office/drawing/2014/main" id="{C561FAFA-7C02-4651-9490-FCE2B73C2A57}"/>
              </a:ext>
            </a:extLst>
          </p:cNvPr>
          <p:cNvSpPr>
            <a:spLocks xmlns:a="http://schemas.openxmlformats.org/drawingml/2006/main" noGrp="1"/>
          </p:cNvSpPr>
          <p:nvPr/>
        </p:nvSpPr>
        <p:spPr>
          <a:xfrm xmlns:a="http://schemas.openxmlformats.org/drawingml/2006/main">
            <a:off x="9543193" y="2052638"/>
            <a:ext cx="91725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ולשלוח</a:t>
            </a:r>
          </a:p>
        </p:txBody>
      </p:sp>
      <p:sp>
        <p:nvSpPr>
          <p:cNvPr id="23" name="">
            <a:extLst xmlns:a="http://schemas.openxmlformats.org/drawingml/2006/main">
              <a:ext uri="{FF2B5EF4-FFF2-40B4-BE49-F238E27FC236}">
                <a16:creationId xmlns:a16="http://schemas.microsoft.com/office/drawing/2014/main" id="{8D16031C-A74C-48C6-81F3-D0E2C4FFD526}"/>
              </a:ext>
            </a:extLst>
          </p:cNvPr>
          <p:cNvSpPr>
            <a:spLocks xmlns:a="http://schemas.openxmlformats.org/drawingml/2006/main" noGrp="1"/>
          </p:cNvSpPr>
          <p:nvPr/>
        </p:nvSpPr>
        <p:spPr>
          <a:xfrm xmlns:a="http://schemas.openxmlformats.org/drawingml/2006/main">
            <a:off x="8978265" y="2052638"/>
            <a:ext cx="49310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שוב</a:t>
            </a:r>
          </a:p>
        </p:txBody>
      </p:sp>
      <p:sp>
        <p:nvSpPr>
          <p:cNvPr id="24" name="">
            <a:extLst xmlns:a="http://schemas.openxmlformats.org/drawingml/2006/main">
              <a:ext uri="{FF2B5EF4-FFF2-40B4-BE49-F238E27FC236}">
                <a16:creationId xmlns:a16="http://schemas.microsoft.com/office/drawing/2014/main" id="{957DD848-E11B-4E8D-B458-938D4FEF20B0}"/>
              </a:ext>
            </a:extLst>
          </p:cNvPr>
          <p:cNvSpPr>
            <a:spLocks xmlns:a="http://schemas.openxmlformats.org/drawingml/2006/main" noGrp="1"/>
          </p:cNvSpPr>
          <p:nvPr/>
        </p:nvSpPr>
        <p:spPr>
          <a:xfrm xmlns:a="http://schemas.openxmlformats.org/drawingml/2006/main">
            <a:off x="8480012" y="2052638"/>
            <a:ext cx="4264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את</a:t>
            </a:r>
          </a:p>
        </p:txBody>
      </p:sp>
      <p:sp>
        <p:nvSpPr>
          <p:cNvPr id="25" name="">
            <a:extLst xmlns:a="http://schemas.openxmlformats.org/drawingml/2006/main">
              <a:ext uri="{FF2B5EF4-FFF2-40B4-BE49-F238E27FC236}">
                <a16:creationId xmlns:a16="http://schemas.microsoft.com/office/drawing/2014/main" id="{150B1A50-D3A8-4DE5-9CDE-56FF644F6C00}"/>
              </a:ext>
            </a:extLst>
          </p:cNvPr>
          <p:cNvSpPr>
            <a:spLocks xmlns:a="http://schemas.openxmlformats.org/drawingml/2006/main" noGrp="1"/>
          </p:cNvSpPr>
          <p:nvPr/>
        </p:nvSpPr>
        <p:spPr>
          <a:xfrm xmlns:a="http://schemas.openxmlformats.org/drawingml/2006/main">
            <a:off x="7371493" y="2052638"/>
            <a:ext cx="103670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השאלון.</a:t>
            </a:r>
          </a:p>
        </p:txBody>
      </p:sp>
      <p:sp>
        <p:nvSpPr>
          <p:cNvPr id="26" name="">
            <a:extLst xmlns:a="http://schemas.openxmlformats.org/drawingml/2006/main">
              <a:ext uri="{FF2B5EF4-FFF2-40B4-BE49-F238E27FC236}">
                <a16:creationId xmlns:a16="http://schemas.microsoft.com/office/drawing/2014/main" id="{AB00987C-7E56-4C48-A84A-F8089A347D7D}"/>
              </a:ext>
            </a:extLst>
          </p:cNvPr>
          <p:cNvSpPr>
            <a:spLocks xmlns:a="http://schemas.openxmlformats.org/drawingml/2006/main" noGrp="1"/>
          </p:cNvSpPr>
          <p:nvPr/>
        </p:nvSpPr>
        <p:spPr>
          <a:xfrm xmlns:a="http://schemas.openxmlformats.org/drawingml/2006/main">
            <a:off x="10344531" y="3000375"/>
            <a:ext cx="9616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המטרה</a:t>
            </a:r>
          </a:p>
        </p:txBody>
      </p:sp>
      <p:sp>
        <p:nvSpPr>
          <p:cNvPr id="27" name="">
            <a:extLst xmlns:a="http://schemas.openxmlformats.org/drawingml/2006/main">
              <a:ext uri="{FF2B5EF4-FFF2-40B4-BE49-F238E27FC236}">
                <a16:creationId xmlns:a16="http://schemas.microsoft.com/office/drawing/2014/main" id="{A66A9F7B-3EF9-400E-97EB-598FAB78AA9E}"/>
              </a:ext>
            </a:extLst>
          </p:cNvPr>
          <p:cNvSpPr>
            <a:spLocks xmlns:a="http://schemas.openxmlformats.org/drawingml/2006/main" noGrp="1"/>
          </p:cNvSpPr>
          <p:nvPr/>
        </p:nvSpPr>
        <p:spPr>
          <a:xfrm xmlns:a="http://schemas.openxmlformats.org/drawingml/2006/main">
            <a:off x="9783509" y="3000375"/>
            <a:ext cx="48920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היא</a:t>
            </a:r>
          </a:p>
        </p:txBody>
      </p:sp>
      <p:sp>
        <p:nvSpPr>
          <p:cNvPr id="28" name="">
            <a:extLst xmlns:a="http://schemas.openxmlformats.org/drawingml/2006/main">
              <a:ext uri="{FF2B5EF4-FFF2-40B4-BE49-F238E27FC236}">
                <a16:creationId xmlns:a16="http://schemas.microsoft.com/office/drawing/2014/main" id="{A28BBAA9-F930-4E9E-A168-80AFA63E1252}"/>
              </a:ext>
            </a:extLst>
          </p:cNvPr>
          <p:cNvSpPr>
            <a:spLocks xmlns:a="http://schemas.openxmlformats.org/drawingml/2006/main" noGrp="1"/>
          </p:cNvSpPr>
          <p:nvPr/>
        </p:nvSpPr>
        <p:spPr>
          <a:xfrm xmlns:a="http://schemas.openxmlformats.org/drawingml/2006/main">
            <a:off x="8902636" y="3000375"/>
            <a:ext cx="80905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להציע</a:t>
            </a:r>
          </a:p>
        </p:txBody>
      </p:sp>
      <p:sp>
        <p:nvSpPr>
          <p:cNvPr id="29" name="">
            <a:extLst xmlns:a="http://schemas.openxmlformats.org/drawingml/2006/main">
              <a:ext uri="{FF2B5EF4-FFF2-40B4-BE49-F238E27FC236}">
                <a16:creationId xmlns:a16="http://schemas.microsoft.com/office/drawing/2014/main" id="{BB8997D9-62E4-486D-AEB9-C63EE73D22C5}"/>
              </a:ext>
            </a:extLst>
          </p:cNvPr>
          <p:cNvSpPr>
            <a:spLocks xmlns:a="http://schemas.openxmlformats.org/drawingml/2006/main" noGrp="1"/>
          </p:cNvSpPr>
          <p:nvPr/>
        </p:nvSpPr>
        <p:spPr>
          <a:xfrm xmlns:a="http://schemas.openxmlformats.org/drawingml/2006/main">
            <a:off x="8346662" y="3000375"/>
            <a:ext cx="48415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קוד</a:t>
            </a:r>
          </a:p>
        </p:txBody>
      </p:sp>
      <p:sp>
        <p:nvSpPr>
          <p:cNvPr id="30" name="">
            <a:extLst xmlns:a="http://schemas.openxmlformats.org/drawingml/2006/main">
              <a:ext uri="{FF2B5EF4-FFF2-40B4-BE49-F238E27FC236}">
                <a16:creationId xmlns:a16="http://schemas.microsoft.com/office/drawing/2014/main" id="{A2B09D5C-C1B4-4F77-BA6D-94BF7ED9F6F6}"/>
              </a:ext>
            </a:extLst>
          </p:cNvPr>
          <p:cNvSpPr>
            <a:spLocks xmlns:a="http://schemas.openxmlformats.org/drawingml/2006/main" noGrp="1"/>
          </p:cNvSpPr>
          <p:nvPr/>
        </p:nvSpPr>
        <p:spPr>
          <a:xfrm xmlns:a="http://schemas.openxmlformats.org/drawingml/2006/main">
            <a:off x="7481602" y="3000375"/>
            <a:ext cx="79324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משלח</a:t>
            </a:r>
          </a:p>
        </p:txBody>
      </p:sp>
      <p:sp>
        <p:nvSpPr>
          <p:cNvPr id="31" name="">
            <a:extLst xmlns:a="http://schemas.openxmlformats.org/drawingml/2006/main">
              <a:ext uri="{FF2B5EF4-FFF2-40B4-BE49-F238E27FC236}">
                <a16:creationId xmlns:a16="http://schemas.microsoft.com/office/drawing/2014/main" id="{306939BE-6762-4674-9FAE-86DEC148C0A1}"/>
              </a:ext>
            </a:extLst>
          </p:cNvPr>
          <p:cNvSpPr>
            <a:spLocks xmlns:a="http://schemas.openxmlformats.org/drawingml/2006/main" noGrp="1"/>
          </p:cNvSpPr>
          <p:nvPr/>
        </p:nvSpPr>
        <p:spPr>
          <a:xfrm xmlns:a="http://schemas.openxmlformats.org/drawingml/2006/main">
            <a:off x="7142226" y="3000375"/>
            <a:ext cx="26755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יד</a:t>
            </a:r>
          </a:p>
        </p:txBody>
      </p:sp>
      <p:sp>
        <p:nvSpPr>
          <p:cNvPr id="32" name="">
            <a:extLst xmlns:a="http://schemas.openxmlformats.org/drawingml/2006/main">
              <a:ext uri="{FF2B5EF4-FFF2-40B4-BE49-F238E27FC236}">
                <a16:creationId xmlns:a16="http://schemas.microsoft.com/office/drawing/2014/main" id="{D91DAB3C-05C7-4566-9554-1FD8A4F60CBC}"/>
              </a:ext>
            </a:extLst>
          </p:cNvPr>
          <p:cNvSpPr>
            <a:spLocks xmlns:a="http://schemas.openxmlformats.org/drawingml/2006/main" noGrp="1"/>
          </p:cNvSpPr>
          <p:nvPr/>
        </p:nvSpPr>
        <p:spPr>
          <a:xfrm xmlns:a="http://schemas.openxmlformats.org/drawingml/2006/main">
            <a:off x="6290405" y="3000375"/>
            <a:ext cx="78000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ולסייע</a:t>
            </a:r>
          </a:p>
        </p:txBody>
      </p:sp>
      <p:sp>
        <p:nvSpPr>
          <p:cNvPr id="33" name="">
            <a:extLst xmlns:a="http://schemas.openxmlformats.org/drawingml/2006/main">
              <a:ext uri="{FF2B5EF4-FFF2-40B4-BE49-F238E27FC236}">
                <a16:creationId xmlns:a16="http://schemas.microsoft.com/office/drawing/2014/main" id="{B809987A-25CE-49CA-AF75-ABA0A6CD6A5F}"/>
              </a:ext>
            </a:extLst>
          </p:cNvPr>
          <p:cNvSpPr>
            <a:spLocks xmlns:a="http://schemas.openxmlformats.org/drawingml/2006/main" noGrp="1"/>
          </p:cNvSpPr>
          <p:nvPr/>
        </p:nvSpPr>
        <p:spPr>
          <a:xfrm xmlns:a="http://schemas.openxmlformats.org/drawingml/2006/main">
            <a:off x="5388769" y="3000375"/>
            <a:ext cx="82981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לסמלן</a:t>
            </a:r>
          </a:p>
        </p:txBody>
      </p:sp>
      <p:sp>
        <p:nvSpPr>
          <p:cNvPr id="34" name="">
            <a:extLst xmlns:a="http://schemas.openxmlformats.org/drawingml/2006/main">
              <a:ext uri="{FF2B5EF4-FFF2-40B4-BE49-F238E27FC236}">
                <a16:creationId xmlns:a16="http://schemas.microsoft.com/office/drawing/2014/main" id="{F40AFE20-5F5B-450B-94D3-D2C80202F64D}"/>
              </a:ext>
            </a:extLst>
          </p:cNvPr>
          <p:cNvSpPr>
            <a:spLocks xmlns:a="http://schemas.openxmlformats.org/drawingml/2006/main" noGrp="1"/>
          </p:cNvSpPr>
          <p:nvPr/>
        </p:nvSpPr>
        <p:spPr>
          <a:xfrm xmlns:a="http://schemas.openxmlformats.org/drawingml/2006/main">
            <a:off x="4580763" y="3000375"/>
            <a:ext cx="73618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לטפל</a:t>
            </a:r>
          </a:p>
        </p:txBody>
      </p:sp>
      <p:sp>
        <p:nvSpPr>
          <p:cNvPr id="35" name="">
            <a:extLst xmlns:a="http://schemas.openxmlformats.org/drawingml/2006/main">
              <a:ext uri="{FF2B5EF4-FFF2-40B4-BE49-F238E27FC236}">
                <a16:creationId xmlns:a16="http://schemas.microsoft.com/office/drawing/2014/main" id="{4CBFAE54-87CC-4586-BA51-3199133BFE3F}"/>
              </a:ext>
            </a:extLst>
          </p:cNvPr>
          <p:cNvSpPr>
            <a:spLocks xmlns:a="http://schemas.openxmlformats.org/drawingml/2006/main" noGrp="1"/>
          </p:cNvSpPr>
          <p:nvPr/>
        </p:nvSpPr>
        <p:spPr>
          <a:xfrm xmlns:a="http://schemas.openxmlformats.org/drawingml/2006/main">
            <a:off x="3484531" y="3000375"/>
            <a:ext cx="102441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במקרים</a:t>
            </a:r>
          </a:p>
        </p:txBody>
      </p:sp>
      <p:sp>
        <p:nvSpPr>
          <p:cNvPr id="36" name="">
            <a:extLst xmlns:a="http://schemas.openxmlformats.org/drawingml/2006/main">
              <a:ext uri="{FF2B5EF4-FFF2-40B4-BE49-F238E27FC236}">
                <a16:creationId xmlns:a16="http://schemas.microsoft.com/office/drawing/2014/main" id="{3CF79E77-880B-4B91-8A44-31EB20AA0AF4}"/>
              </a:ext>
            </a:extLst>
          </p:cNvPr>
          <p:cNvSpPr>
            <a:spLocks xmlns:a="http://schemas.openxmlformats.org/drawingml/2006/main" noGrp="1"/>
          </p:cNvSpPr>
          <p:nvPr/>
        </p:nvSpPr>
        <p:spPr>
          <a:xfrm xmlns:a="http://schemas.openxmlformats.org/drawingml/2006/main">
            <a:off x="2495931" y="3000375"/>
            <a:ext cx="91678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חוזרים,</a:t>
            </a:r>
          </a:p>
        </p:txBody>
      </p:sp>
      <p:sp>
        <p:nvSpPr>
          <p:cNvPr id="37" name="">
            <a:extLst xmlns:a="http://schemas.openxmlformats.org/drawingml/2006/main">
              <a:ext uri="{FF2B5EF4-FFF2-40B4-BE49-F238E27FC236}">
                <a16:creationId xmlns:a16="http://schemas.microsoft.com/office/drawing/2014/main" id="{2F4D9466-5D64-4A4E-B978-38E71838C226}"/>
              </a:ext>
            </a:extLst>
          </p:cNvPr>
          <p:cNvSpPr>
            <a:spLocks xmlns:a="http://schemas.openxmlformats.org/drawingml/2006/main" noGrp="1"/>
          </p:cNvSpPr>
          <p:nvPr/>
        </p:nvSpPr>
        <p:spPr>
          <a:xfrm xmlns:a="http://schemas.openxmlformats.org/drawingml/2006/main">
            <a:off x="1589532" y="3000375"/>
            <a:ext cx="83458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חסרים</a:t>
            </a:r>
          </a:p>
        </p:txBody>
      </p:sp>
      <p:sp>
        <p:nvSpPr>
          <p:cNvPr id="38" name="">
            <a:extLst xmlns:a="http://schemas.openxmlformats.org/drawingml/2006/main">
              <a:ext uri="{FF2B5EF4-FFF2-40B4-BE49-F238E27FC236}">
                <a16:creationId xmlns:a16="http://schemas.microsoft.com/office/drawing/2014/main" id="{A4C689CB-5E83-4160-A94D-6751AB8DB506}"/>
              </a:ext>
            </a:extLst>
          </p:cNvPr>
          <p:cNvSpPr>
            <a:spLocks xmlns:a="http://schemas.openxmlformats.org/drawingml/2006/main" noGrp="1"/>
          </p:cNvSpPr>
          <p:nvPr/>
        </p:nvSpPr>
        <p:spPr>
          <a:xfrm xmlns:a="http://schemas.openxmlformats.org/drawingml/2006/main">
            <a:off x="1201198" y="3000375"/>
            <a:ext cx="31651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או</a:t>
            </a:r>
          </a:p>
        </p:txBody>
      </p:sp>
      <p:sp>
        <p:nvSpPr>
          <p:cNvPr id="39" name="">
            <a:extLst xmlns:a="http://schemas.openxmlformats.org/drawingml/2006/main">
              <a:ext uri="{FF2B5EF4-FFF2-40B4-BE49-F238E27FC236}">
                <a16:creationId xmlns:a16="http://schemas.microsoft.com/office/drawing/2014/main" id="{DACCFD5E-A5A2-4F21-BB9E-9179B4DDB6C0}"/>
              </a:ext>
            </a:extLst>
          </p:cNvPr>
          <p:cNvSpPr>
            <a:spLocks xmlns:a="http://schemas.openxmlformats.org/drawingml/2006/main" noGrp="1"/>
          </p:cNvSpPr>
          <p:nvPr/>
        </p:nvSpPr>
        <p:spPr>
          <a:xfrm xmlns:a="http://schemas.openxmlformats.org/drawingml/2006/main">
            <a:off x="10269283" y="3386138"/>
            <a:ext cx="103689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עמומים.</a:t>
            </a:r>
          </a:p>
        </p:txBody>
      </p:sp>
      <p:sp>
        <p:nvSpPr>
          <p:cNvPr id="40" name="">
            <a:extLst xmlns:a="http://schemas.openxmlformats.org/drawingml/2006/main">
              <a:ext uri="{FF2B5EF4-FFF2-40B4-BE49-F238E27FC236}">
                <a16:creationId xmlns:a16="http://schemas.microsoft.com/office/drawing/2014/main" id="{66F3698D-D09C-4E25-8CFC-E9A975F3598A}"/>
              </a:ext>
            </a:extLst>
          </p:cNvPr>
          <p:cNvSpPr>
            <a:spLocks xmlns:a="http://schemas.openxmlformats.org/drawingml/2006/main" noGrp="1"/>
          </p:cNvSpPr>
          <p:nvPr/>
        </p:nvSpPr>
        <p:spPr>
          <a:xfrm xmlns:a="http://schemas.openxmlformats.org/drawingml/2006/main">
            <a:off x="10366534" y="4333875"/>
            <a:ext cx="93964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הצלחה</a:t>
            </a:r>
          </a:p>
        </p:txBody>
      </p:sp>
      <p:sp>
        <p:nvSpPr>
          <p:cNvPr id="41" name="">
            <a:extLst xmlns:a="http://schemas.openxmlformats.org/drawingml/2006/main">
              <a:ext uri="{FF2B5EF4-FFF2-40B4-BE49-F238E27FC236}">
                <a16:creationId xmlns:a16="http://schemas.microsoft.com/office/drawing/2014/main" id="{3EB8371E-8BBB-423F-B78F-077987466FF2}"/>
              </a:ext>
            </a:extLst>
          </p:cNvPr>
          <p:cNvSpPr>
            <a:spLocks xmlns:a="http://schemas.openxmlformats.org/drawingml/2006/main" noGrp="1"/>
          </p:cNvSpPr>
          <p:nvPr/>
        </p:nvSpPr>
        <p:spPr>
          <a:xfrm xmlns:a="http://schemas.openxmlformats.org/drawingml/2006/main">
            <a:off x="9408795" y="4333875"/>
            <a:ext cx="88592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עתידית</a:t>
            </a:r>
          </a:p>
        </p:txBody>
      </p:sp>
      <p:sp>
        <p:nvSpPr>
          <p:cNvPr id="42" name="">
            <a:extLst xmlns:a="http://schemas.openxmlformats.org/drawingml/2006/main">
              <a:ext uri="{FF2B5EF4-FFF2-40B4-BE49-F238E27FC236}">
                <a16:creationId xmlns:a16="http://schemas.microsoft.com/office/drawing/2014/main" id="{FD88DB65-C9A3-4E74-A6DB-409F51F9CA43}"/>
              </a:ext>
            </a:extLst>
          </p:cNvPr>
          <p:cNvSpPr>
            <a:spLocks xmlns:a="http://schemas.openxmlformats.org/drawingml/2006/main" noGrp="1"/>
          </p:cNvSpPr>
          <p:nvPr/>
        </p:nvSpPr>
        <p:spPr>
          <a:xfrm xmlns:a="http://schemas.openxmlformats.org/drawingml/2006/main">
            <a:off x="8531542" y="4333875"/>
            <a:ext cx="8054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תימדד</a:t>
            </a:r>
          </a:p>
        </p:txBody>
      </p:sp>
      <p:sp>
        <p:nvSpPr>
          <p:cNvPr id="43" name="">
            <a:extLst xmlns:a="http://schemas.openxmlformats.org/drawingml/2006/main">
              <a:ext uri="{FF2B5EF4-FFF2-40B4-BE49-F238E27FC236}">
                <a16:creationId xmlns:a16="http://schemas.microsoft.com/office/drawing/2014/main" id="{BD4991A6-00D6-49AA-97B9-A4434E85E9E8}"/>
              </a:ext>
            </a:extLst>
          </p:cNvPr>
          <p:cNvSpPr>
            <a:spLocks xmlns:a="http://schemas.openxmlformats.org/drawingml/2006/main" noGrp="1"/>
          </p:cNvSpPr>
          <p:nvPr/>
        </p:nvSpPr>
        <p:spPr>
          <a:xfrm xmlns:a="http://schemas.openxmlformats.org/drawingml/2006/main">
            <a:off x="7523416" y="4333875"/>
            <a:ext cx="93630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בנכונות</a:t>
            </a:r>
          </a:p>
        </p:txBody>
      </p:sp>
      <p:sp>
        <p:nvSpPr>
          <p:cNvPr id="44" name="">
            <a:extLst xmlns:a="http://schemas.openxmlformats.org/drawingml/2006/main">
              <a:ext uri="{FF2B5EF4-FFF2-40B4-BE49-F238E27FC236}">
                <a16:creationId xmlns:a16="http://schemas.microsoft.com/office/drawing/2014/main" id="{0056CE89-3F0E-4F0C-8092-1CC27DE5E5E2}"/>
              </a:ext>
            </a:extLst>
          </p:cNvPr>
          <p:cNvSpPr>
            <a:spLocks xmlns:a="http://schemas.openxmlformats.org/drawingml/2006/main" noGrp="1"/>
          </p:cNvSpPr>
          <p:nvPr/>
        </p:nvSpPr>
        <p:spPr>
          <a:xfrm xmlns:a="http://schemas.openxmlformats.org/drawingml/2006/main">
            <a:off x="6533578" y="4333875"/>
            <a:ext cx="91801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הסימול</a:t>
            </a:r>
          </a:p>
        </p:txBody>
      </p:sp>
      <p:sp>
        <p:nvSpPr>
          <p:cNvPr id="45" name="">
            <a:extLst xmlns:a="http://schemas.openxmlformats.org/drawingml/2006/main">
              <a:ext uri="{FF2B5EF4-FFF2-40B4-BE49-F238E27FC236}">
                <a16:creationId xmlns:a16="http://schemas.microsoft.com/office/drawing/2014/main" id="{9207EE1C-4E0D-43CE-9EE0-46FA24A0F86E}"/>
              </a:ext>
            </a:extLst>
          </p:cNvPr>
          <p:cNvSpPr>
            <a:spLocks xmlns:a="http://schemas.openxmlformats.org/drawingml/2006/main" noGrp="1"/>
          </p:cNvSpPr>
          <p:nvPr/>
        </p:nvSpPr>
        <p:spPr>
          <a:xfrm xmlns:a="http://schemas.openxmlformats.org/drawingml/2006/main">
            <a:off x="5800249" y="4333875"/>
            <a:ext cx="66151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ובזמן</a:t>
            </a:r>
          </a:p>
        </p:txBody>
      </p:sp>
      <p:sp>
        <p:nvSpPr>
          <p:cNvPr id="46" name="">
            <a:extLst xmlns:a="http://schemas.openxmlformats.org/drawingml/2006/main">
              <a:ext uri="{FF2B5EF4-FFF2-40B4-BE49-F238E27FC236}">
                <a16:creationId xmlns:a16="http://schemas.microsoft.com/office/drawing/2014/main" id="{6842C7DE-CD8F-428B-81DC-2565A298FBCB}"/>
              </a:ext>
            </a:extLst>
          </p:cNvPr>
          <p:cNvSpPr>
            <a:spLocks xmlns:a="http://schemas.openxmlformats.org/drawingml/2006/main" noGrp="1"/>
          </p:cNvSpPr>
          <p:nvPr/>
        </p:nvSpPr>
        <p:spPr>
          <a:xfrm xmlns:a="http://schemas.openxmlformats.org/drawingml/2006/main">
            <a:off x="4735354" y="4333875"/>
            <a:ext cx="99307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הטיפול.</a:t>
            </a:r>
          </a:p>
        </p:txBody>
      </p:sp>
      <p:sp>
        <p:nvSpPr>
          <p:cNvPr id="47" name="">
            <a:extLst xmlns:a="http://schemas.openxmlformats.org/drawingml/2006/main">
              <a:ext uri="{FF2B5EF4-FFF2-40B4-BE49-F238E27FC236}">
                <a16:creationId xmlns:a16="http://schemas.microsoft.com/office/drawing/2014/main" id="{49BCC6EB-EF4C-420E-A38A-7931EF1A0593}"/>
              </a:ext>
            </a:extLst>
          </p:cNvPr>
          <p:cNvSpPr>
            <a:spLocks xmlns:a="http://schemas.openxmlformats.org/drawingml/2006/main" noGrp="1"/>
          </p:cNvSpPr>
          <p:nvPr/>
        </p:nvSpPr>
        <p:spPr>
          <a:xfrm xmlns:a="http://schemas.openxmlformats.org/drawingml/2006/main">
            <a:off x="4308538" y="4333875"/>
            <a:ext cx="35499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גם</a:t>
            </a:r>
          </a:p>
        </p:txBody>
      </p:sp>
      <p:sp>
        <p:nvSpPr>
          <p:cNvPr id="48" name="">
            <a:extLst xmlns:a="http://schemas.openxmlformats.org/drawingml/2006/main">
              <a:ext uri="{FF2B5EF4-FFF2-40B4-BE49-F238E27FC236}">
                <a16:creationId xmlns:a16="http://schemas.microsoft.com/office/drawing/2014/main" id="{395EFE8A-EEAE-4432-9531-79D0692D3073}"/>
              </a:ext>
            </a:extLst>
          </p:cNvPr>
          <p:cNvSpPr>
            <a:spLocks xmlns:a="http://schemas.openxmlformats.org/drawingml/2006/main" noGrp="1"/>
          </p:cNvSpPr>
          <p:nvPr/>
        </p:nvSpPr>
        <p:spPr>
          <a:xfrm xmlns:a="http://schemas.openxmlformats.org/drawingml/2006/main">
            <a:off x="3329368" y="4333875"/>
            <a:ext cx="90735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התוויות</a:t>
            </a:r>
          </a:p>
        </p:txBody>
      </p:sp>
      <p:sp>
        <p:nvSpPr>
          <p:cNvPr id="49" name="">
            <a:extLst xmlns:a="http://schemas.openxmlformats.org/drawingml/2006/main">
              <a:ext uri="{FF2B5EF4-FFF2-40B4-BE49-F238E27FC236}">
                <a16:creationId xmlns:a16="http://schemas.microsoft.com/office/drawing/2014/main" id="{B9FE8773-C1E2-46F9-9F78-7AFBC36A5CD2}"/>
              </a:ext>
            </a:extLst>
          </p:cNvPr>
          <p:cNvSpPr>
            <a:spLocks xmlns:a="http://schemas.openxmlformats.org/drawingml/2006/main" noGrp="1"/>
          </p:cNvSpPr>
          <p:nvPr/>
        </p:nvSpPr>
        <p:spPr>
          <a:xfrm xmlns:a="http://schemas.openxmlformats.org/drawingml/2006/main">
            <a:off x="2359342" y="4333875"/>
            <a:ext cx="89820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הידניות</a:t>
            </a:r>
          </a:p>
        </p:txBody>
      </p:sp>
      <p:sp>
        <p:nvSpPr>
          <p:cNvPr id="50" name="">
            <a:extLst xmlns:a="http://schemas.openxmlformats.org/drawingml/2006/main">
              <a:ext uri="{FF2B5EF4-FFF2-40B4-BE49-F238E27FC236}">
                <a16:creationId xmlns:a16="http://schemas.microsoft.com/office/drawing/2014/main" id="{69B58C0A-521F-46FD-A5A7-3078019461AD}"/>
              </a:ext>
            </a:extLst>
          </p:cNvPr>
          <p:cNvSpPr>
            <a:spLocks xmlns:a="http://schemas.openxmlformats.org/drawingml/2006/main" noGrp="1"/>
          </p:cNvSpPr>
          <p:nvPr/>
        </p:nvSpPr>
        <p:spPr>
          <a:xfrm xmlns:a="http://schemas.openxmlformats.org/drawingml/2006/main">
            <a:off x="1376648" y="4333875"/>
            <a:ext cx="91087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דורשות</a:t>
            </a:r>
          </a:p>
        </p:txBody>
      </p:sp>
      <p:sp>
        <p:nvSpPr>
          <p:cNvPr id="51" name="">
            <a:extLst xmlns:a="http://schemas.openxmlformats.org/drawingml/2006/main">
              <a:ext uri="{FF2B5EF4-FFF2-40B4-BE49-F238E27FC236}">
                <a16:creationId xmlns:a16="http://schemas.microsoft.com/office/drawing/2014/main" id="{384C0067-2352-4CDC-8100-B60218F3F98F}"/>
              </a:ext>
            </a:extLst>
          </p:cNvPr>
          <p:cNvSpPr>
            <a:spLocks xmlns:a="http://schemas.openxmlformats.org/drawingml/2006/main" noGrp="1"/>
          </p:cNvSpPr>
          <p:nvPr/>
        </p:nvSpPr>
        <p:spPr>
          <a:xfrm xmlns:a="http://schemas.openxmlformats.org/drawingml/2006/main">
            <a:off x="10541508" y="4719638"/>
            <a:ext cx="76466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בקרת</a:t>
            </a:r>
          </a:p>
        </p:txBody>
      </p:sp>
      <p:sp>
        <p:nvSpPr>
          <p:cNvPr id="52" name="">
            <a:extLst xmlns:a="http://schemas.openxmlformats.org/drawingml/2006/main">
              <a:ext uri="{FF2B5EF4-FFF2-40B4-BE49-F238E27FC236}">
                <a16:creationId xmlns:a16="http://schemas.microsoft.com/office/drawing/2014/main" id="{A743DCF0-5F58-4AF6-A75C-5094D3127F2F}"/>
              </a:ext>
            </a:extLst>
          </p:cNvPr>
          <p:cNvSpPr>
            <a:spLocks xmlns:a="http://schemas.openxmlformats.org/drawingml/2006/main" noGrp="1"/>
          </p:cNvSpPr>
          <p:nvPr/>
        </p:nvSpPr>
        <p:spPr>
          <a:xfrm xmlns:a="http://schemas.openxmlformats.org/drawingml/2006/main">
            <a:off x="9659588" y="4719638"/>
            <a:ext cx="81010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איכות.</a:t>
            </a:r>
          </a:p>
        </p:txBody>
      </p:sp>
    </p:spTree>
    <p:extLst>
      <p:ext uri="{BB962C8B-B14F-4D97-AF65-F5344CB8AC3E}">
        <p14:creationId xmlns:p14="http://schemas.microsoft.com/office/powerpoint/2010/main" val="1912100497"/>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2159931-054F-4170-8065-692E779740AC}"/>
              </a:ext>
            </a:extLst>
          </p:cNvPr>
          <p:cNvSpPr>
            <a:spLocks xmlns:a="http://schemas.openxmlformats.org/drawingml/2006/main" noGrp="1"/>
          </p:cNvSpPr>
          <p:nvPr/>
        </p:nvSpPr>
        <p:spPr>
          <a:xfrm xmlns:a="http://schemas.openxmlformats.org/drawingml/2006/main">
            <a:off x="9983533" y="476250"/>
            <a:ext cx="1560767"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הנתונים</a:t>
            </a:r>
          </a:p>
        </p:txBody>
      </p:sp>
      <p:sp>
        <p:nvSpPr>
          <p:cNvPr id="2" name="">
            <a:extLst xmlns:a="http://schemas.openxmlformats.org/drawingml/2006/main">
              <a:ext uri="{FF2B5EF4-FFF2-40B4-BE49-F238E27FC236}">
                <a16:creationId xmlns:a16="http://schemas.microsoft.com/office/drawing/2014/main" id="{44A801A4-FCE3-409D-B1E2-7E6B130AE96F}"/>
              </a:ext>
            </a:extLst>
          </p:cNvPr>
          <p:cNvSpPr>
            <a:spLocks xmlns:a="http://schemas.openxmlformats.org/drawingml/2006/main" noGrp="1"/>
          </p:cNvSpPr>
          <p:nvPr/>
        </p:nvSpPr>
        <p:spPr>
          <a:xfrm xmlns:a="http://schemas.openxmlformats.org/drawingml/2006/main">
            <a:off x="8334375" y="476250"/>
            <a:ext cx="1522286"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שסופקו</a:t>
            </a:r>
          </a:p>
        </p:txBody>
      </p:sp>
      <p:sp>
        <p:nvSpPr>
          <p:cNvPr id="3" name="">
            <a:extLst xmlns:a="http://schemas.openxmlformats.org/drawingml/2006/main">
              <a:ext uri="{FF2B5EF4-FFF2-40B4-BE49-F238E27FC236}">
                <a16:creationId xmlns:a16="http://schemas.microsoft.com/office/drawing/2014/main" id="{1D52144F-04F1-42FB-91F1-D829FFBFA842}"/>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871D6EA2-BEF3-4EF5-97CB-E1E559ABBF1F}"/>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5" name="">
            <a:extLst xmlns:a="http://schemas.openxmlformats.org/drawingml/2006/main">
              <a:ext uri="{FF2B5EF4-FFF2-40B4-BE49-F238E27FC236}">
                <a16:creationId xmlns:a16="http://schemas.microsoft.com/office/drawing/2014/main" id="{F24035B4-B212-4444-A8F5-99F435DA1E59}"/>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6" name="">
            <a:extLst xmlns:a="http://schemas.openxmlformats.org/drawingml/2006/main">
              <a:ext uri="{FF2B5EF4-FFF2-40B4-BE49-F238E27FC236}">
                <a16:creationId xmlns:a16="http://schemas.microsoft.com/office/drawing/2014/main" id="{77ACC714-42A4-4D2D-AF4B-94BE6515E9F4}"/>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7" name="">
            <a:extLst xmlns:a="http://schemas.openxmlformats.org/drawingml/2006/main">
              <a:ext uri="{FF2B5EF4-FFF2-40B4-BE49-F238E27FC236}">
                <a16:creationId xmlns:a16="http://schemas.microsoft.com/office/drawing/2014/main" id="{961E278A-6BEA-4F01-B247-CA73B6CD4B6F}"/>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8" name="">
            <a:extLst xmlns:a="http://schemas.openxmlformats.org/drawingml/2006/main">
              <a:ext uri="{FF2B5EF4-FFF2-40B4-BE49-F238E27FC236}">
                <a16:creationId xmlns:a16="http://schemas.microsoft.com/office/drawing/2014/main" id="{EFA673E1-FED5-40E3-949C-AC7914AD69FC}"/>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9" name="">
            <a:extLst xmlns:a="http://schemas.openxmlformats.org/drawingml/2006/main">
              <a:ext uri="{FF2B5EF4-FFF2-40B4-BE49-F238E27FC236}">
                <a16:creationId xmlns:a16="http://schemas.microsoft.com/office/drawing/2014/main" id="{03A08C5F-4C80-48A4-9344-81B275417CF5}"/>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graphicFrame>
        <p:nvGraphicFramePr>
          <p:cNvPr id="10" name="">
            <a:extLst xmlns:a="http://schemas.openxmlformats.org/drawingml/2006/main">
              <a:ext uri="{FF2B5EF4-FFF2-40B4-BE49-F238E27FC236}">
                <a16:creationId xmlns:a16="http://schemas.microsoft.com/office/drawing/2014/main" id="{A4BB1D50-9620-4FB3-A6B2-A4C4DEA82B9F}"/>
              </a:ext>
            </a:extLst>
          </p:cNvPr>
          <p:cNvGraphicFramePr/>
          <p:nvPr/>
        </p:nvGraphicFramePr>
        <p:xfrm>
          <a:off xmlns:a="http://schemas.openxmlformats.org/drawingml/2006/main" x="762000" y="1571625"/>
          <a:ext xmlns:a="http://schemas.openxmlformats.org/drawingml/2006/main" cx="10668000" cy="3314700"/>
        </p:xfrm>
        <a:graphic xmlns:a="http://schemas.openxmlformats.org/drawingml/2006/main">
          <a:graphicData uri="http://schemas.openxmlformats.org/drawingml/2006/table">
            <a:tbl>
              <a:tblPr/>
              <a:tblGrid>
                <a:gridCol w="2476500"/>
                <a:gridCol w="8191500"/>
              </a:tblGrid>
              <a:tr h="552450">
                <a:tc>
                  <a:txBody>
                    <a:bodyPr lIns="95250" tIns="95250" rIns="95250" bIns="95250"/>
                    <a:lstStyle/>
                    <a:p>
                      <a:pPr algn="r"/>
                      <a:r>
                        <a:rPr sz="1875" b="1">
                          <a:solidFill>
                            <a:srgbClr val="FFFFFF"/>
                          </a:solidFill>
                          <a:latin typeface="DejaVu Sans"/>
                          <a:ea typeface="DejaVu Sans"/>
                          <a:cs typeface="DejaVu Sans"/>
                        </a:rPr>
                        <a:t>Count</a:t>
                      </a:r>
                    </a:p>
                  </a:txBody>
                  <a:tcPr marL="91440" marR="91440" marT="45720" marB="45720" anchor="ctr">
                    <a:lnL w="9525">
                      <a:solidFill>
                        <a:srgbClr val="D8E0E6"/>
                      </a:solidFill>
                      <a:prstDash val="solid"/>
                    </a:lnL>
                    <a:lnR w="9525">
                      <a:solidFill>
                        <a:srgbClr val="D8E0E6"/>
                      </a:solidFill>
                      <a:prstDash val="solid"/>
                    </a:lnR>
                    <a:lnT w="9525">
                      <a:solidFill>
                        <a:srgbClr val="D8E0E6"/>
                      </a:solidFill>
                      <a:prstDash val="solid"/>
                    </a:lnT>
                    <a:lnB w="9525">
                      <a:solidFill>
                        <a:srgbClr val="D8E0E6"/>
                      </a:solidFill>
                      <a:prstDash val="solid"/>
                    </a:lnB>
                    <a:solidFill>
                      <a:srgbClr val="173654"/>
                    </a:solidFill>
                  </a:tcPr>
                </a:tc>
                <a:tc>
                  <a:txBody>
                    <a:bodyPr lIns="95250" tIns="95250" rIns="95250" bIns="95250"/>
                    <a:lstStyle/>
                    <a:p>
                      <a:pPr algn="r"/>
                      <a:r>
                        <a:rPr sz="1875" b="1">
                          <a:solidFill>
                            <a:srgbClr val="FFFFFF"/>
                          </a:solidFill>
                          <a:latin typeface="DejaVu Sans"/>
                          <a:ea typeface="DejaVu Sans"/>
                          <a:cs typeface="DejaVu Sans"/>
                        </a:rPr>
                        <a:t>Dataset characteristic</a:t>
                      </a:r>
                    </a:p>
                  </a:txBody>
                  <a:tcPr marL="91440" marR="91440" marT="45720" marB="45720" anchor="ctr">
                    <a:lnR w="9525">
                      <a:solidFill>
                        <a:srgbClr val="D8E0E6"/>
                      </a:solidFill>
                      <a:prstDash val="solid"/>
                    </a:lnR>
                    <a:lnT w="9525">
                      <a:solidFill>
                        <a:srgbClr val="D8E0E6"/>
                      </a:solidFill>
                      <a:prstDash val="solid"/>
                    </a:lnT>
                    <a:lnB w="9525">
                      <a:solidFill>
                        <a:srgbClr val="D8E0E6"/>
                      </a:solidFill>
                      <a:prstDash val="solid"/>
                    </a:lnB>
                    <a:solidFill>
                      <a:srgbClr val="173654"/>
                    </a:solidFill>
                  </a:tcPr>
                </a:tc>
              </a:tr>
              <a:tr h="552450">
                <a:tc>
                  <a:txBody>
                    <a:bodyPr lIns="95250" tIns="95250" rIns="95250" bIns="95250"/>
                    <a:lstStyle/>
                    <a:p>
                      <a:pPr algn="r"/>
                      <a:r>
                        <a:rPr sz="1875" b="0">
                          <a:solidFill>
                            <a:srgbClr val="173654"/>
                          </a:solidFill>
                          <a:latin typeface="DejaVu Sans"/>
                          <a:ea typeface="DejaVu Sans"/>
                          <a:cs typeface="DejaVu Sans"/>
                        </a:rPr>
                        <a:t>200</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1F4F6"/>
                    </a:solidFill>
                  </a:tcPr>
                </a:tc>
                <a:tc>
                  <a:txBody>
                    <a:bodyPr lIns="95250" tIns="95250" rIns="95250" bIns="95250"/>
                    <a:lstStyle/>
                    <a:p>
                      <a:pPr algn="r"/>
                      <a:r>
                        <a:rPr sz="1875" b="0">
                          <a:solidFill>
                            <a:srgbClr val="173654"/>
                          </a:solidFill>
                          <a:latin typeface="DejaVu Sans"/>
                          <a:ea typeface="DejaVu Sans"/>
                          <a:cs typeface="DejaVu Sans"/>
                        </a:rPr>
                        <a:t>Survey records</a:t>
                      </a:r>
                    </a:p>
                  </a:txBody>
                  <a:tcPr marL="91440" marR="91440" marT="45720" marB="45720" anchor="ctr">
                    <a:lnR w="9525">
                      <a:solidFill>
                        <a:srgbClr val="D8E0E6"/>
                      </a:solidFill>
                      <a:prstDash val="solid"/>
                    </a:lnR>
                    <a:lnB w="9525">
                      <a:solidFill>
                        <a:srgbClr val="D8E0E6"/>
                      </a:solidFill>
                      <a:prstDash val="solid"/>
                    </a:lnB>
                    <a:solidFill>
                      <a:srgbClr val="F1F4F6"/>
                    </a:solidFill>
                  </a:tcPr>
                </a:tc>
              </a:tr>
              <a:tr h="552450">
                <a:tc>
                  <a:txBody>
                    <a:bodyPr lIns="95250" tIns="95250" rIns="95250" bIns="95250"/>
                    <a:lstStyle/>
                    <a:p>
                      <a:pPr algn="r"/>
                      <a:r>
                        <a:rPr sz="1875" b="0">
                          <a:solidFill>
                            <a:srgbClr val="173654"/>
                          </a:solidFill>
                          <a:latin typeface="DejaVu Sans"/>
                          <a:ea typeface="DejaVu Sans"/>
                          <a:cs typeface="DejaVu Sans"/>
                        </a:rPr>
                        <a:t>191</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FFFFF"/>
                    </a:solidFill>
                  </a:tcPr>
                </a:tc>
                <a:tc>
                  <a:txBody>
                    <a:bodyPr lIns="95250" tIns="95250" rIns="95250" bIns="95250"/>
                    <a:lstStyle/>
                    <a:p>
                      <a:pPr algn="r"/>
                      <a:r>
                        <a:rPr sz="1875" b="0">
                          <a:solidFill>
                            <a:srgbClr val="173654"/>
                          </a:solidFill>
                          <a:latin typeface="DejaVu Sans"/>
                          <a:ea typeface="DejaVu Sans"/>
                          <a:cs typeface="DejaVu Sans"/>
                        </a:rPr>
                        <a:t>Records with complete codes</a:t>
                      </a:r>
                    </a:p>
                  </a:txBody>
                  <a:tcPr marL="91440" marR="91440" marT="45720" marB="45720" anchor="ctr">
                    <a:lnR w="9525">
                      <a:solidFill>
                        <a:srgbClr val="D8E0E6"/>
                      </a:solidFill>
                      <a:prstDash val="solid"/>
                    </a:lnR>
                    <a:lnB w="9525">
                      <a:solidFill>
                        <a:srgbClr val="D8E0E6"/>
                      </a:solidFill>
                      <a:prstDash val="solid"/>
                    </a:lnB>
                    <a:solidFill>
                      <a:srgbClr val="FFFFFF"/>
                    </a:solidFill>
                  </a:tcPr>
                </a:tc>
              </a:tr>
              <a:tr h="552450">
                <a:tc>
                  <a:txBody>
                    <a:bodyPr lIns="95250" tIns="95250" rIns="95250" bIns="95250"/>
                    <a:lstStyle/>
                    <a:p>
                      <a:pPr algn="r"/>
                      <a:r>
                        <a:rPr sz="1875" b="0">
                          <a:solidFill>
                            <a:srgbClr val="173654"/>
                          </a:solidFill>
                          <a:latin typeface="DejaVu Sans"/>
                          <a:ea typeface="DejaVu Sans"/>
                          <a:cs typeface="DejaVu Sans"/>
                        </a:rPr>
                        <a:t>9</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1F4F6"/>
                    </a:solidFill>
                  </a:tcPr>
                </a:tc>
                <a:tc>
                  <a:txBody>
                    <a:bodyPr lIns="95250" tIns="95250" rIns="95250" bIns="95250"/>
                    <a:lstStyle/>
                    <a:p>
                      <a:pPr algn="r"/>
                      <a:r>
                        <a:rPr sz="1875" b="0">
                          <a:solidFill>
                            <a:srgbClr val="173654"/>
                          </a:solidFill>
                          <a:latin typeface="DejaVu Sans"/>
                          <a:ea typeface="DejaVu Sans"/>
                          <a:cs typeface="DejaVu Sans"/>
                        </a:rPr>
                        <a:t>Records with X in the code</a:t>
                      </a:r>
                    </a:p>
                  </a:txBody>
                  <a:tcPr marL="91440" marR="91440" marT="45720" marB="45720" anchor="ctr">
                    <a:lnR w="9525">
                      <a:solidFill>
                        <a:srgbClr val="D8E0E6"/>
                      </a:solidFill>
                      <a:prstDash val="solid"/>
                    </a:lnR>
                    <a:lnB w="9525">
                      <a:solidFill>
                        <a:srgbClr val="D8E0E6"/>
                      </a:solidFill>
                      <a:prstDash val="solid"/>
                    </a:lnB>
                    <a:solidFill>
                      <a:srgbClr val="F1F4F6"/>
                    </a:solidFill>
                  </a:tcPr>
                </a:tc>
              </a:tr>
              <a:tr h="552450">
                <a:tc>
                  <a:txBody>
                    <a:bodyPr lIns="95250" tIns="95250" rIns="95250" bIns="95250"/>
                    <a:lstStyle/>
                    <a:p>
                      <a:pPr algn="r"/>
                      <a:r>
                        <a:rPr sz="1875" b="0">
                          <a:solidFill>
                            <a:srgbClr val="173654"/>
                          </a:solidFill>
                          <a:latin typeface="DejaVu Sans"/>
                          <a:ea typeface="DejaVu Sans"/>
                          <a:cs typeface="DejaVu Sans"/>
                        </a:rPr>
                        <a:t>59</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FFFFF"/>
                    </a:solidFill>
                  </a:tcPr>
                </a:tc>
                <a:tc>
                  <a:txBody>
                    <a:bodyPr lIns="95250" tIns="95250" rIns="95250" bIns="95250"/>
                    <a:lstStyle/>
                    <a:p>
                      <a:pPr algn="r"/>
                      <a:r>
                        <a:rPr sz="1875" b="0">
                          <a:solidFill>
                            <a:srgbClr val="173654"/>
                          </a:solidFill>
                          <a:latin typeface="DejaVu Sans"/>
                          <a:ea typeface="DejaVu Sans"/>
                          <a:cs typeface="DejaVu Sans"/>
                        </a:rPr>
                        <a:t>Complete-label classes</a:t>
                      </a:r>
                    </a:p>
                  </a:txBody>
                  <a:tcPr marL="91440" marR="91440" marT="45720" marB="45720" anchor="ctr">
                    <a:lnR w="9525">
                      <a:solidFill>
                        <a:srgbClr val="D8E0E6"/>
                      </a:solidFill>
                      <a:prstDash val="solid"/>
                    </a:lnR>
                    <a:lnB w="9525">
                      <a:solidFill>
                        <a:srgbClr val="D8E0E6"/>
                      </a:solidFill>
                      <a:prstDash val="solid"/>
                    </a:lnB>
                    <a:solidFill>
                      <a:srgbClr val="FFFFFF"/>
                    </a:solidFill>
                  </a:tcPr>
                </a:tc>
              </a:tr>
              <a:tr h="552450">
                <a:tc>
                  <a:txBody>
                    <a:bodyPr lIns="95250" tIns="95250" rIns="95250" bIns="95250"/>
                    <a:lstStyle/>
                    <a:p>
                      <a:pPr algn="r"/>
                      <a:r>
                        <a:rPr sz="1875" b="0">
                          <a:solidFill>
                            <a:srgbClr val="173654"/>
                          </a:solidFill>
                          <a:latin typeface="DejaVu Sans"/>
                          <a:ea typeface="DejaVu Sans"/>
                          <a:cs typeface="DejaVu Sans"/>
                        </a:rPr>
                        <a:t>24</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1F4F6"/>
                    </a:solidFill>
                  </a:tcPr>
                </a:tc>
                <a:tc>
                  <a:txBody>
                    <a:bodyPr lIns="95250" tIns="95250" rIns="95250" bIns="95250"/>
                    <a:lstStyle/>
                    <a:p>
                      <a:pPr algn="r"/>
                      <a:r>
                        <a:rPr sz="1875" b="0">
                          <a:solidFill>
                            <a:srgbClr val="173654"/>
                          </a:solidFill>
                          <a:latin typeface="DejaVu Sans"/>
                          <a:ea typeface="DejaVu Sans"/>
                          <a:cs typeface="DejaVu Sans"/>
                        </a:rPr>
                        <a:t>Classes occurring once</a:t>
                      </a:r>
                    </a:p>
                  </a:txBody>
                  <a:tcPr marL="91440" marR="91440" marT="45720" marB="45720" anchor="ctr">
                    <a:lnR w="9525">
                      <a:solidFill>
                        <a:srgbClr val="D8E0E6"/>
                      </a:solidFill>
                      <a:prstDash val="solid"/>
                    </a:lnR>
                    <a:lnB w="9525">
                      <a:solidFill>
                        <a:srgbClr val="D8E0E6"/>
                      </a:solidFill>
                      <a:prstDash val="solid"/>
                    </a:lnB>
                    <a:solidFill>
                      <a:srgbClr val="F1F4F6"/>
                    </a:solidFill>
                  </a:tcPr>
                </a:tc>
              </a:tr>
            </a:tbl>
          </a:graphicData>
        </a:graphic>
      </p:graphicFrame>
      <p:sp>
        <p:nvSpPr>
          <p:cNvPr id="11" name="">
            <a:extLst xmlns:a="http://schemas.openxmlformats.org/drawingml/2006/main">
              <a:ext uri="{FF2B5EF4-FFF2-40B4-BE49-F238E27FC236}">
                <a16:creationId xmlns:a16="http://schemas.microsoft.com/office/drawing/2014/main" id="{902856E2-2CC9-420A-8101-69F28EF2BCC6}"/>
              </a:ext>
            </a:extLst>
          </p:cNvPr>
          <p:cNvSpPr>
            <a:spLocks xmlns:a="http://schemas.openxmlformats.org/drawingml/2006/main" noGrp="1"/>
          </p:cNvSpPr>
          <p:nvPr/>
        </p:nvSpPr>
        <p:spPr>
          <a:xfrm xmlns:a="http://schemas.openxmlformats.org/drawingml/2006/main">
            <a:off x="10839736" y="5286375"/>
            <a:ext cx="609314"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שדות</a:t>
            </a:r>
          </a:p>
        </p:txBody>
      </p:sp>
      <p:sp>
        <p:nvSpPr>
          <p:cNvPr id="12" name="">
            <a:extLst xmlns:a="http://schemas.openxmlformats.org/drawingml/2006/main">
              <a:ext uri="{FF2B5EF4-FFF2-40B4-BE49-F238E27FC236}">
                <a16:creationId xmlns:a16="http://schemas.microsoft.com/office/drawing/2014/main" id="{B2F8EBCD-3957-4400-9D99-71D91C63BBA3}"/>
              </a:ext>
            </a:extLst>
          </p:cNvPr>
          <p:cNvSpPr>
            <a:spLocks xmlns:a="http://schemas.openxmlformats.org/drawingml/2006/main" noGrp="1"/>
          </p:cNvSpPr>
          <p:nvPr/>
        </p:nvSpPr>
        <p:spPr>
          <a:xfrm xmlns:a="http://schemas.openxmlformats.org/drawingml/2006/main">
            <a:off x="10046589" y="5286375"/>
            <a:ext cx="730472"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טקסט</a:t>
            </a:r>
          </a:p>
        </p:txBody>
      </p:sp>
      <p:sp>
        <p:nvSpPr>
          <p:cNvPr id="13" name="">
            <a:extLst xmlns:a="http://schemas.openxmlformats.org/drawingml/2006/main">
              <a:ext uri="{FF2B5EF4-FFF2-40B4-BE49-F238E27FC236}">
                <a16:creationId xmlns:a16="http://schemas.microsoft.com/office/drawing/2014/main" id="{BD6ADFE3-4447-424A-B213-5738E2A61486}"/>
              </a:ext>
            </a:extLst>
          </p:cNvPr>
          <p:cNvSpPr>
            <a:spLocks xmlns:a="http://schemas.openxmlformats.org/drawingml/2006/main" noGrp="1"/>
          </p:cNvSpPr>
          <p:nvPr/>
        </p:nvSpPr>
        <p:spPr>
          <a:xfrm xmlns:a="http://schemas.openxmlformats.org/drawingml/2006/main">
            <a:off x="9106281" y="5286375"/>
            <a:ext cx="877633"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בעברית</a:t>
            </a:r>
          </a:p>
        </p:txBody>
      </p:sp>
      <p:sp>
        <p:nvSpPr>
          <p:cNvPr id="14" name="">
            <a:extLst xmlns:a="http://schemas.openxmlformats.org/drawingml/2006/main">
              <a:ext uri="{FF2B5EF4-FFF2-40B4-BE49-F238E27FC236}">
                <a16:creationId xmlns:a16="http://schemas.microsoft.com/office/drawing/2014/main" id="{D45BC0EA-4A65-470C-B6BC-CD356BE14CB5}"/>
              </a:ext>
            </a:extLst>
          </p:cNvPr>
          <p:cNvSpPr>
            <a:spLocks xmlns:a="http://schemas.openxmlformats.org/drawingml/2006/main" noGrp="1"/>
          </p:cNvSpPr>
          <p:nvPr/>
        </p:nvSpPr>
        <p:spPr>
          <a:xfrm xmlns:a="http://schemas.openxmlformats.org/drawingml/2006/main">
            <a:off x="7941945" y="5286375"/>
            <a:ext cx="1101662"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ובאנגלית,</a:t>
            </a:r>
          </a:p>
        </p:txBody>
      </p:sp>
      <p:sp>
        <p:nvSpPr>
          <p:cNvPr id="15" name="">
            <a:extLst xmlns:a="http://schemas.openxmlformats.org/drawingml/2006/main">
              <a:ext uri="{FF2B5EF4-FFF2-40B4-BE49-F238E27FC236}">
                <a16:creationId xmlns:a16="http://schemas.microsoft.com/office/drawing/2014/main" id="{439F6F08-2BB9-4DFC-B7BC-BA496DE0CFAC}"/>
              </a:ext>
            </a:extLst>
          </p:cNvPr>
          <p:cNvSpPr>
            <a:spLocks xmlns:a="http://schemas.openxmlformats.org/drawingml/2006/main" noGrp="1"/>
          </p:cNvSpPr>
          <p:nvPr/>
        </p:nvSpPr>
        <p:spPr>
          <a:xfrm xmlns:a="http://schemas.openxmlformats.org/drawingml/2006/main">
            <a:off x="7158418" y="5286375"/>
            <a:ext cx="720852"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נתונים</a:t>
            </a:r>
          </a:p>
        </p:txBody>
      </p:sp>
      <p:sp>
        <p:nvSpPr>
          <p:cNvPr id="16" name="">
            <a:extLst xmlns:a="http://schemas.openxmlformats.org/drawingml/2006/main">
              <a:ext uri="{FF2B5EF4-FFF2-40B4-BE49-F238E27FC236}">
                <a16:creationId xmlns:a16="http://schemas.microsoft.com/office/drawing/2014/main" id="{CA10535F-29F5-4B50-B4A6-3F72FA124CE0}"/>
              </a:ext>
            </a:extLst>
          </p:cNvPr>
          <p:cNvSpPr>
            <a:spLocks xmlns:a="http://schemas.openxmlformats.org/drawingml/2006/main" noGrp="1"/>
          </p:cNvSpPr>
          <p:nvPr/>
        </p:nvSpPr>
        <p:spPr>
          <a:xfrm xmlns:a="http://schemas.openxmlformats.org/drawingml/2006/main">
            <a:off x="6323552" y="5286375"/>
            <a:ext cx="772192"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מובנים</a:t>
            </a:r>
          </a:p>
        </p:txBody>
      </p:sp>
      <p:sp>
        <p:nvSpPr>
          <p:cNvPr id="17" name="">
            <a:extLst xmlns:a="http://schemas.openxmlformats.org/drawingml/2006/main">
              <a:ext uri="{FF2B5EF4-FFF2-40B4-BE49-F238E27FC236}">
                <a16:creationId xmlns:a16="http://schemas.microsoft.com/office/drawing/2014/main" id="{4E020C06-04D9-4E63-AEC7-1533A53F06A8}"/>
              </a:ext>
            </a:extLst>
          </p:cNvPr>
          <p:cNvSpPr>
            <a:spLocks xmlns:a="http://schemas.openxmlformats.org/drawingml/2006/main" noGrp="1"/>
          </p:cNvSpPr>
          <p:nvPr/>
        </p:nvSpPr>
        <p:spPr>
          <a:xfrm xmlns:a="http://schemas.openxmlformats.org/drawingml/2006/main">
            <a:off x="5800534" y="5286375"/>
            <a:ext cx="460343"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ושני</a:t>
            </a:r>
          </a:p>
        </p:txBody>
      </p:sp>
      <p:sp>
        <p:nvSpPr>
          <p:cNvPr id="18" name="">
            <a:extLst xmlns:a="http://schemas.openxmlformats.org/drawingml/2006/main">
              <a:ext uri="{FF2B5EF4-FFF2-40B4-BE49-F238E27FC236}">
                <a16:creationId xmlns:a16="http://schemas.microsoft.com/office/drawing/2014/main" id="{911BE55D-BB38-4AE8-AA5F-2768738F4EFE}"/>
              </a:ext>
            </a:extLst>
          </p:cNvPr>
          <p:cNvSpPr>
            <a:spLocks xmlns:a="http://schemas.openxmlformats.org/drawingml/2006/main" noGrp="1"/>
          </p:cNvSpPr>
          <p:nvPr/>
        </p:nvSpPr>
        <p:spPr>
          <a:xfrm xmlns:a="http://schemas.openxmlformats.org/drawingml/2006/main">
            <a:off x="5128546" y="5286375"/>
            <a:ext cx="609314"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שדות</a:t>
            </a:r>
          </a:p>
        </p:txBody>
      </p:sp>
      <p:sp>
        <p:nvSpPr>
          <p:cNvPr id="19" name="">
            <a:extLst xmlns:a="http://schemas.openxmlformats.org/drawingml/2006/main">
              <a:ext uri="{FF2B5EF4-FFF2-40B4-BE49-F238E27FC236}">
                <a16:creationId xmlns:a16="http://schemas.microsoft.com/office/drawing/2014/main" id="{911C4340-40CE-408B-998D-3E6307B56666}"/>
              </a:ext>
            </a:extLst>
          </p:cNvPr>
          <p:cNvSpPr>
            <a:spLocks xmlns:a="http://schemas.openxmlformats.org/drawingml/2006/main" noGrp="1"/>
          </p:cNvSpPr>
          <p:nvPr/>
        </p:nvSpPr>
        <p:spPr>
          <a:xfrm xmlns:a="http://schemas.openxmlformats.org/drawingml/2006/main">
            <a:off x="4547711" y="5286375"/>
            <a:ext cx="518160"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0">
                <a:solidFill>
                  <a:srgbClr val="506274"/>
                </a:solidFill>
                <a:latin typeface="DejaVu Sans"/>
                <a:ea typeface="DejaVu Sans"/>
                <a:cs typeface="DejaVu Sans"/>
              </a:defRPr>
            </a:defPPr>
            <a:lvl1pPr algn="ctr">
              <a:defRPr sz="2025" b="0">
                <a:solidFill>
                  <a:srgbClr val="506274"/>
                </a:solidFill>
                <a:latin typeface="DejaVu Sans"/>
                <a:ea typeface="DejaVu Sans"/>
                <a:cs typeface="DejaVu Sans"/>
              </a:defRPr>
            </a:lvl1pPr>
            <a:lvl2pPr algn="ctr">
              <a:defRPr sz="2025" b="0">
                <a:solidFill>
                  <a:srgbClr val="506274"/>
                </a:solidFill>
                <a:latin typeface="DejaVu Sans"/>
                <a:ea typeface="DejaVu Sans"/>
                <a:cs typeface="DejaVu Sans"/>
              </a:defRPr>
            </a:lvl2pPr>
            <a:lvl3pPr algn="ctr">
              <a:defRPr sz="2025" b="0">
                <a:solidFill>
                  <a:srgbClr val="506274"/>
                </a:solidFill>
                <a:latin typeface="DejaVu Sans"/>
                <a:ea typeface="DejaVu Sans"/>
                <a:cs typeface="DejaVu Sans"/>
              </a:defRPr>
            </a:lvl3pPr>
            <a:lvl4pPr algn="ctr">
              <a:defRPr sz="2025" b="0">
                <a:solidFill>
                  <a:srgbClr val="506274"/>
                </a:solidFill>
                <a:latin typeface="DejaVu Sans"/>
                <a:ea typeface="DejaVu Sans"/>
                <a:cs typeface="DejaVu Sans"/>
              </a:defRPr>
            </a:lvl4pPr>
            <a:lvl5pPr algn="ctr">
              <a:defRPr sz="2025" b="0">
                <a:solidFill>
                  <a:srgbClr val="506274"/>
                </a:solidFill>
                <a:latin typeface="DejaVu Sans"/>
                <a:ea typeface="DejaVu Sans"/>
                <a:cs typeface="DejaVu Sans"/>
              </a:defRPr>
            </a:lvl5pPr>
            <a:lvl6pPr algn="ctr">
              <a:defRPr sz="2025" b="0">
                <a:solidFill>
                  <a:srgbClr val="506274"/>
                </a:solidFill>
                <a:latin typeface="DejaVu Sans"/>
                <a:ea typeface="DejaVu Sans"/>
                <a:cs typeface="DejaVu Sans"/>
              </a:defRPr>
            </a:lvl6pPr>
            <a:lvl7pPr algn="ctr">
              <a:defRPr sz="2025" b="0">
                <a:solidFill>
                  <a:srgbClr val="506274"/>
                </a:solidFill>
                <a:latin typeface="DejaVu Sans"/>
                <a:ea typeface="DejaVu Sans"/>
                <a:cs typeface="DejaVu Sans"/>
              </a:defRPr>
            </a:lvl7pPr>
            <a:lvl8pPr algn="ctr">
              <a:defRPr sz="2025" b="0">
                <a:solidFill>
                  <a:srgbClr val="506274"/>
                </a:solidFill>
                <a:latin typeface="DejaVu Sans"/>
                <a:ea typeface="DejaVu Sans"/>
                <a:cs typeface="DejaVu Sans"/>
              </a:defRPr>
            </a:lvl8pPr>
            <a:lvl9pPr algn="ctr">
              <a:defRPr sz="2025" b="0">
                <a:solidFill>
                  <a:srgbClr val="506274"/>
                </a:solidFill>
                <a:latin typeface="DejaVu Sans"/>
                <a:ea typeface="DejaVu Sans"/>
                <a:cs typeface="DejaVu Sans"/>
              </a:defRPr>
            </a:lvl9pPr>
          </a:lstStyle>
          <a:p xmlns:a="http://schemas.openxmlformats.org/drawingml/2006/main">
            <a:pPr algn="ctr">
              <a:defRPr sz="2025" b="0">
                <a:solidFill>
                  <a:srgbClr val="506274"/>
                </a:solidFill>
                <a:latin typeface="DejaVu Sans"/>
                <a:ea typeface="DejaVu Sans"/>
                <a:cs typeface="DejaVu Sans"/>
              </a:defRPr>
            </a:pPr>
            <a:r>
              <a:rPr sz="2025" b="0">
                <a:solidFill>
                  <a:srgbClr val="506274"/>
                </a:solidFill>
                <a:latin typeface="DejaVu Sans"/>
                <a:ea typeface="DejaVu Sans"/>
                <a:cs typeface="DejaVu Sans"/>
              </a:rPr>
              <a:t>סיווג</a:t>
            </a:r>
          </a:p>
        </p:txBody>
      </p:sp>
    </p:spTree>
    <p:extLst>
      <p:ext uri="{BB962C8B-B14F-4D97-AF65-F5344CB8AC3E}">
        <p14:creationId xmlns:p14="http://schemas.microsoft.com/office/powerpoint/2010/main" val="582571747"/>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D46D7C08-0F85-4DF0-9691-C6B2A0189BF6}"/>
              </a:ext>
            </a:extLst>
          </p:cNvPr>
          <p:cNvSpPr>
            <a:spLocks xmlns:a="http://schemas.openxmlformats.org/drawingml/2006/main" noGrp="1"/>
          </p:cNvSpPr>
          <p:nvPr/>
        </p:nvSpPr>
        <p:spPr>
          <a:xfrm xmlns:a="http://schemas.openxmlformats.org/drawingml/2006/main">
            <a:off x="10400633" y="476250"/>
            <a:ext cx="1143667"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איכות</a:t>
            </a:r>
          </a:p>
        </p:txBody>
      </p:sp>
      <p:sp>
        <p:nvSpPr>
          <p:cNvPr id="2" name="">
            <a:extLst xmlns:a="http://schemas.openxmlformats.org/drawingml/2006/main">
              <a:ext uri="{FF2B5EF4-FFF2-40B4-BE49-F238E27FC236}">
                <a16:creationId xmlns:a16="http://schemas.microsoft.com/office/drawing/2014/main" id="{ED88C032-D89E-4049-BA03-D898EF38765B}"/>
              </a:ext>
            </a:extLst>
          </p:cNvPr>
          <p:cNvSpPr>
            <a:spLocks xmlns:a="http://schemas.openxmlformats.org/drawingml/2006/main" noGrp="1"/>
          </p:cNvSpPr>
          <p:nvPr/>
        </p:nvSpPr>
        <p:spPr>
          <a:xfrm xmlns:a="http://schemas.openxmlformats.org/drawingml/2006/main">
            <a:off x="8712994" y="476250"/>
            <a:ext cx="1560767"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הנתונים</a:t>
            </a:r>
          </a:p>
        </p:txBody>
      </p:sp>
      <p:sp>
        <p:nvSpPr>
          <p:cNvPr id="3" name="">
            <a:extLst xmlns:a="http://schemas.openxmlformats.org/drawingml/2006/main">
              <a:ext uri="{FF2B5EF4-FFF2-40B4-BE49-F238E27FC236}">
                <a16:creationId xmlns:a16="http://schemas.microsoft.com/office/drawing/2014/main" id="{34CDA89A-D2D7-478C-B0AE-7E8FA8AB5A5D}"/>
              </a:ext>
            </a:extLst>
          </p:cNvPr>
          <p:cNvSpPr>
            <a:spLocks xmlns:a="http://schemas.openxmlformats.org/drawingml/2006/main" noGrp="1"/>
          </p:cNvSpPr>
          <p:nvPr/>
        </p:nvSpPr>
        <p:spPr>
          <a:xfrm xmlns:a="http://schemas.openxmlformats.org/drawingml/2006/main">
            <a:off x="7441597" y="476250"/>
            <a:ext cx="1144524"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והגנה</a:t>
            </a:r>
          </a:p>
        </p:txBody>
      </p:sp>
      <p:sp>
        <p:nvSpPr>
          <p:cNvPr id="4" name="">
            <a:extLst xmlns:a="http://schemas.openxmlformats.org/drawingml/2006/main">
              <a:ext uri="{FF2B5EF4-FFF2-40B4-BE49-F238E27FC236}">
                <a16:creationId xmlns:a16="http://schemas.microsoft.com/office/drawing/2014/main" id="{9072628E-4481-4A25-9B73-D3744F91DEDF}"/>
              </a:ext>
            </a:extLst>
          </p:cNvPr>
          <p:cNvSpPr>
            <a:spLocks xmlns:a="http://schemas.openxmlformats.org/drawingml/2006/main" noGrp="1"/>
          </p:cNvSpPr>
          <p:nvPr/>
        </p:nvSpPr>
        <p:spPr>
          <a:xfrm xmlns:a="http://schemas.openxmlformats.org/drawingml/2006/main">
            <a:off x="6374892" y="476250"/>
            <a:ext cx="939832"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מפני</a:t>
            </a:r>
          </a:p>
        </p:txBody>
      </p:sp>
      <p:sp>
        <p:nvSpPr>
          <p:cNvPr id="5" name="">
            <a:extLst xmlns:a="http://schemas.openxmlformats.org/drawingml/2006/main">
              <a:ext uri="{FF2B5EF4-FFF2-40B4-BE49-F238E27FC236}">
                <a16:creationId xmlns:a16="http://schemas.microsoft.com/office/drawing/2014/main" id="{38CF2ECF-05A2-4721-8CAE-176BCC670A08}"/>
              </a:ext>
            </a:extLst>
          </p:cNvPr>
          <p:cNvSpPr>
            <a:spLocks xmlns:a="http://schemas.openxmlformats.org/drawingml/2006/main" noGrp="1"/>
          </p:cNvSpPr>
          <p:nvPr/>
        </p:nvSpPr>
        <p:spPr>
          <a:xfrm xmlns:a="http://schemas.openxmlformats.org/drawingml/2006/main">
            <a:off x="4937379" y="476250"/>
            <a:ext cx="1310640"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הטעיה</a:t>
            </a:r>
          </a:p>
        </p:txBody>
      </p:sp>
      <p:sp>
        <p:nvSpPr>
          <p:cNvPr id="6" name="">
            <a:extLst xmlns:a="http://schemas.openxmlformats.org/drawingml/2006/main">
              <a:ext uri="{FF2B5EF4-FFF2-40B4-BE49-F238E27FC236}">
                <a16:creationId xmlns:a16="http://schemas.microsoft.com/office/drawing/2014/main" id="{F316A23E-FBC4-4C7C-9F18-FD1D4A21E85E}"/>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04</a:t>
            </a:r>
          </a:p>
        </p:txBody>
      </p:sp>
      <p:sp>
        <p:nvSpPr>
          <p:cNvPr id="7" name="">
            <a:extLst xmlns:a="http://schemas.openxmlformats.org/drawingml/2006/main">
              <a:ext uri="{FF2B5EF4-FFF2-40B4-BE49-F238E27FC236}">
                <a16:creationId xmlns:a16="http://schemas.microsoft.com/office/drawing/2014/main" id="{892D16B4-935A-4687-9927-3CFB9D2F9BF0}"/>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8" name="">
            <a:extLst xmlns:a="http://schemas.openxmlformats.org/drawingml/2006/main">
              <a:ext uri="{FF2B5EF4-FFF2-40B4-BE49-F238E27FC236}">
                <a16:creationId xmlns:a16="http://schemas.microsoft.com/office/drawing/2014/main" id="{89AC046A-5C52-4ED6-B3B9-9A4FD4F1A75E}"/>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9" name="">
            <a:extLst xmlns:a="http://schemas.openxmlformats.org/drawingml/2006/main">
              <a:ext uri="{FF2B5EF4-FFF2-40B4-BE49-F238E27FC236}">
                <a16:creationId xmlns:a16="http://schemas.microsoft.com/office/drawing/2014/main" id="{2AB90565-3C5C-4916-AB39-EEC3CB4EF0ED}"/>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EC4C413F-F422-4A85-86D8-6DC2AFEE9527}"/>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11" name="">
            <a:extLst xmlns:a="http://schemas.openxmlformats.org/drawingml/2006/main">
              <a:ext uri="{FF2B5EF4-FFF2-40B4-BE49-F238E27FC236}">
                <a16:creationId xmlns:a16="http://schemas.microsoft.com/office/drawing/2014/main" id="{E07D81E3-F079-4F45-B4C9-4D0DD5442105}"/>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12" name="">
            <a:extLst xmlns:a="http://schemas.openxmlformats.org/drawingml/2006/main">
              <a:ext uri="{FF2B5EF4-FFF2-40B4-BE49-F238E27FC236}">
                <a16:creationId xmlns:a16="http://schemas.microsoft.com/office/drawing/2014/main" id="{EB207E76-FA66-4586-8CE1-CD679113C367}"/>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sp>
        <p:nvSpPr>
          <p:cNvPr id="13" name="">
            <a:extLst xmlns:a="http://schemas.openxmlformats.org/drawingml/2006/main">
              <a:ext uri="{FF2B5EF4-FFF2-40B4-BE49-F238E27FC236}">
                <a16:creationId xmlns:a16="http://schemas.microsoft.com/office/drawing/2014/main" id="{41F148FB-47ED-44C9-81C7-01CC98848665}"/>
              </a:ext>
            </a:extLst>
          </p:cNvPr>
          <p:cNvSpPr>
            <a:spLocks xmlns:a="http://schemas.openxmlformats.org/drawingml/2006/main" noGrp="1"/>
          </p:cNvSpPr>
          <p:nvPr/>
        </p:nvSpPr>
        <p:spPr>
          <a:xfrm xmlns:a="http://schemas.openxmlformats.org/drawingml/2006/main">
            <a:off x="10724007" y="1571625"/>
            <a:ext cx="58216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אותו</a:t>
            </a:r>
          </a:p>
        </p:txBody>
      </p:sp>
      <p:sp>
        <p:nvSpPr>
          <p:cNvPr id="14" name="">
            <a:extLst xmlns:a="http://schemas.openxmlformats.org/drawingml/2006/main">
              <a:ext uri="{FF2B5EF4-FFF2-40B4-BE49-F238E27FC236}">
                <a16:creationId xmlns:a16="http://schemas.microsoft.com/office/drawing/2014/main" id="{5F57BF86-68EF-425E-96D1-B18875F5A1DB}"/>
              </a:ext>
            </a:extLst>
          </p:cNvPr>
          <p:cNvSpPr>
            <a:spLocks xmlns:a="http://schemas.openxmlformats.org/drawingml/2006/main" noGrp="1"/>
          </p:cNvSpPr>
          <p:nvPr/>
        </p:nvSpPr>
        <p:spPr>
          <a:xfrm xmlns:a="http://schemas.openxmlformats.org/drawingml/2006/main">
            <a:off x="9922669" y="1571625"/>
            <a:ext cx="72952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תיאור</a:t>
            </a:r>
          </a:p>
        </p:txBody>
      </p:sp>
      <p:sp>
        <p:nvSpPr>
          <p:cNvPr id="15" name="">
            <a:extLst xmlns:a="http://schemas.openxmlformats.org/drawingml/2006/main">
              <a:ext uri="{FF2B5EF4-FFF2-40B4-BE49-F238E27FC236}">
                <a16:creationId xmlns:a16="http://schemas.microsoft.com/office/drawing/2014/main" id="{5E595D81-C6D5-4565-BF5B-28B467822ABD}"/>
              </a:ext>
            </a:extLst>
          </p:cNvPr>
          <p:cNvSpPr>
            <a:spLocks xmlns:a="http://schemas.openxmlformats.org/drawingml/2006/main" noGrp="1"/>
          </p:cNvSpPr>
          <p:nvPr/>
        </p:nvSpPr>
        <p:spPr>
          <a:xfrm xmlns:a="http://schemas.openxmlformats.org/drawingml/2006/main">
            <a:off x="9110091" y="1571625"/>
            <a:ext cx="74075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מופיע</a:t>
            </a:r>
          </a:p>
        </p:txBody>
      </p:sp>
      <p:sp>
        <p:nvSpPr>
          <p:cNvPr id="16" name="">
            <a:extLst xmlns:a="http://schemas.openxmlformats.org/drawingml/2006/main">
              <a:ext uri="{FF2B5EF4-FFF2-40B4-BE49-F238E27FC236}">
                <a16:creationId xmlns:a16="http://schemas.microsoft.com/office/drawing/2014/main" id="{B777F34A-12D6-4BCD-AFAB-F61193620641}"/>
              </a:ext>
            </a:extLst>
          </p:cNvPr>
          <p:cNvSpPr>
            <a:spLocks xmlns:a="http://schemas.openxmlformats.org/drawingml/2006/main" noGrp="1"/>
          </p:cNvSpPr>
          <p:nvPr/>
        </p:nvSpPr>
        <p:spPr>
          <a:xfrm xmlns:a="http://schemas.openxmlformats.org/drawingml/2006/main">
            <a:off x="8622125" y="1571625"/>
            <a:ext cx="41614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עם</a:t>
            </a:r>
          </a:p>
        </p:txBody>
      </p:sp>
      <p:sp>
        <p:nvSpPr>
          <p:cNvPr id="17" name="">
            <a:extLst xmlns:a="http://schemas.openxmlformats.org/drawingml/2006/main">
              <a:ext uri="{FF2B5EF4-FFF2-40B4-BE49-F238E27FC236}">
                <a16:creationId xmlns:a16="http://schemas.microsoft.com/office/drawing/2014/main" id="{711BDB07-06C7-4013-A62A-DDD92B42BD12}"/>
              </a:ext>
            </a:extLst>
          </p:cNvPr>
          <p:cNvSpPr>
            <a:spLocks xmlns:a="http://schemas.openxmlformats.org/drawingml/2006/main" noGrp="1"/>
          </p:cNvSpPr>
          <p:nvPr/>
        </p:nvSpPr>
        <p:spPr>
          <a:xfrm xmlns:a="http://schemas.openxmlformats.org/drawingml/2006/main">
            <a:off x="7812596" y="1571625"/>
            <a:ext cx="73771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קודים</a:t>
            </a:r>
          </a:p>
        </p:txBody>
      </p:sp>
      <p:sp>
        <p:nvSpPr>
          <p:cNvPr id="18" name="">
            <a:extLst xmlns:a="http://schemas.openxmlformats.org/drawingml/2006/main">
              <a:ext uri="{FF2B5EF4-FFF2-40B4-BE49-F238E27FC236}">
                <a16:creationId xmlns:a16="http://schemas.microsoft.com/office/drawing/2014/main" id="{6FE928A8-240F-475D-A09D-FFBE9E748E67}"/>
              </a:ext>
            </a:extLst>
          </p:cNvPr>
          <p:cNvSpPr>
            <a:spLocks xmlns:a="http://schemas.openxmlformats.org/drawingml/2006/main" noGrp="1"/>
          </p:cNvSpPr>
          <p:nvPr/>
        </p:nvSpPr>
        <p:spPr>
          <a:xfrm xmlns:a="http://schemas.openxmlformats.org/drawingml/2006/main">
            <a:off x="6736461" y="1571625"/>
            <a:ext cx="100431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סותרים.</a:t>
            </a:r>
          </a:p>
        </p:txBody>
      </p:sp>
      <p:sp>
        <p:nvSpPr>
          <p:cNvPr id="19" name="">
            <a:extLst xmlns:a="http://schemas.openxmlformats.org/drawingml/2006/main">
              <a:ext uri="{FF2B5EF4-FFF2-40B4-BE49-F238E27FC236}">
                <a16:creationId xmlns:a16="http://schemas.microsoft.com/office/drawing/2014/main" id="{7754C0E0-57AC-4844-A6F6-0F96E8794017}"/>
              </a:ext>
            </a:extLst>
          </p:cNvPr>
          <p:cNvSpPr>
            <a:spLocks xmlns:a="http://schemas.openxmlformats.org/drawingml/2006/main" noGrp="1"/>
          </p:cNvSpPr>
          <p:nvPr/>
        </p:nvSpPr>
        <p:spPr>
          <a:xfrm xmlns:a="http://schemas.openxmlformats.org/drawingml/2006/main">
            <a:off x="5645182" y="1571625"/>
            <a:ext cx="101946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הסתירה</a:t>
            </a:r>
          </a:p>
        </p:txBody>
      </p:sp>
      <p:sp>
        <p:nvSpPr>
          <p:cNvPr id="20" name="">
            <a:extLst xmlns:a="http://schemas.openxmlformats.org/drawingml/2006/main">
              <a:ext uri="{FF2B5EF4-FFF2-40B4-BE49-F238E27FC236}">
                <a16:creationId xmlns:a16="http://schemas.microsoft.com/office/drawing/2014/main" id="{DE7294A9-A375-4A76-93FF-24F5014D583B}"/>
              </a:ext>
            </a:extLst>
          </p:cNvPr>
          <p:cNvSpPr>
            <a:spLocks xmlns:a="http://schemas.openxmlformats.org/drawingml/2006/main" noGrp="1"/>
          </p:cNvSpPr>
          <p:nvPr/>
        </p:nvSpPr>
        <p:spPr>
          <a:xfrm xmlns:a="http://schemas.openxmlformats.org/drawingml/2006/main">
            <a:off x="4665726" y="1571625"/>
            <a:ext cx="90763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נשמרת</a:t>
            </a:r>
          </a:p>
        </p:txBody>
      </p:sp>
      <p:sp>
        <p:nvSpPr>
          <p:cNvPr id="21" name="">
            <a:extLst xmlns:a="http://schemas.openxmlformats.org/drawingml/2006/main">
              <a:ext uri="{FF2B5EF4-FFF2-40B4-BE49-F238E27FC236}">
                <a16:creationId xmlns:a16="http://schemas.microsoft.com/office/drawing/2014/main" id="{60EB7D77-0AE3-4588-ACDF-DECFF2628033}"/>
              </a:ext>
            </a:extLst>
          </p:cNvPr>
          <p:cNvSpPr>
            <a:spLocks xmlns:a="http://schemas.openxmlformats.org/drawingml/2006/main" noGrp="1"/>
          </p:cNvSpPr>
          <p:nvPr/>
        </p:nvSpPr>
        <p:spPr>
          <a:xfrm xmlns:a="http://schemas.openxmlformats.org/drawingml/2006/main">
            <a:off x="3518535" y="1571625"/>
            <a:ext cx="107537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לבדיקה,</a:t>
            </a:r>
          </a:p>
        </p:txBody>
      </p:sp>
      <p:sp>
        <p:nvSpPr>
          <p:cNvPr id="22" name="">
            <a:extLst xmlns:a="http://schemas.openxmlformats.org/drawingml/2006/main">
              <a:ext uri="{FF2B5EF4-FFF2-40B4-BE49-F238E27FC236}">
                <a16:creationId xmlns:a16="http://schemas.microsoft.com/office/drawing/2014/main" id="{520D4358-91FD-48C2-8C69-5E5A744A7F4F}"/>
              </a:ext>
            </a:extLst>
          </p:cNvPr>
          <p:cNvSpPr>
            <a:spLocks xmlns:a="http://schemas.openxmlformats.org/drawingml/2006/main" noGrp="1"/>
          </p:cNvSpPr>
          <p:nvPr/>
        </p:nvSpPr>
        <p:spPr>
          <a:xfrm xmlns:a="http://schemas.openxmlformats.org/drawingml/2006/main">
            <a:off x="3007614" y="1571625"/>
            <a:ext cx="43910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בלי</a:t>
            </a:r>
          </a:p>
        </p:txBody>
      </p:sp>
      <p:sp>
        <p:nvSpPr>
          <p:cNvPr id="23" name="">
            <a:extLst xmlns:a="http://schemas.openxmlformats.org/drawingml/2006/main">
              <a:ext uri="{FF2B5EF4-FFF2-40B4-BE49-F238E27FC236}">
                <a16:creationId xmlns:a16="http://schemas.microsoft.com/office/drawing/2014/main" id="{7917BD69-A10F-4BF2-A50E-0118D07D9891}"/>
              </a:ext>
            </a:extLst>
          </p:cNvPr>
          <p:cNvSpPr>
            <a:spLocks xmlns:a="http://schemas.openxmlformats.org/drawingml/2006/main" noGrp="1"/>
          </p:cNvSpPr>
          <p:nvPr/>
        </p:nvSpPr>
        <p:spPr>
          <a:xfrm xmlns:a="http://schemas.openxmlformats.org/drawingml/2006/main">
            <a:off x="2143220" y="1571625"/>
            <a:ext cx="79257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לשנות</a:t>
            </a:r>
          </a:p>
        </p:txBody>
      </p:sp>
      <p:sp>
        <p:nvSpPr>
          <p:cNvPr id="24" name="">
            <a:extLst xmlns:a="http://schemas.openxmlformats.org/drawingml/2006/main">
              <a:ext uri="{FF2B5EF4-FFF2-40B4-BE49-F238E27FC236}">
                <a16:creationId xmlns:a16="http://schemas.microsoft.com/office/drawing/2014/main" id="{F84B17B1-DD41-44BD-A27C-355C3368D171}"/>
              </a:ext>
            </a:extLst>
          </p:cNvPr>
          <p:cNvSpPr>
            <a:spLocks xmlns:a="http://schemas.openxmlformats.org/drawingml/2006/main" noGrp="1"/>
          </p:cNvSpPr>
          <p:nvPr/>
        </p:nvSpPr>
        <p:spPr>
          <a:xfrm xmlns:a="http://schemas.openxmlformats.org/drawingml/2006/main">
            <a:off x="1644968" y="1571625"/>
            <a:ext cx="4264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את</a:t>
            </a:r>
          </a:p>
        </p:txBody>
      </p:sp>
      <p:sp>
        <p:nvSpPr>
          <p:cNvPr id="25" name="">
            <a:extLst xmlns:a="http://schemas.openxmlformats.org/drawingml/2006/main">
              <a:ext uri="{FF2B5EF4-FFF2-40B4-BE49-F238E27FC236}">
                <a16:creationId xmlns:a16="http://schemas.microsoft.com/office/drawing/2014/main" id="{5F0FED2D-58C7-4B9B-BF31-B0A43C7097CC}"/>
              </a:ext>
            </a:extLst>
          </p:cNvPr>
          <p:cNvSpPr>
            <a:spLocks xmlns:a="http://schemas.openxmlformats.org/drawingml/2006/main" noGrp="1"/>
          </p:cNvSpPr>
          <p:nvPr/>
        </p:nvSpPr>
        <p:spPr>
          <a:xfrm xmlns:a="http://schemas.openxmlformats.org/drawingml/2006/main">
            <a:off x="10585513" y="1957388"/>
            <a:ext cx="72066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תוויות</a:t>
            </a:r>
          </a:p>
        </p:txBody>
      </p:sp>
      <p:sp>
        <p:nvSpPr>
          <p:cNvPr id="26" name="">
            <a:extLst xmlns:a="http://schemas.openxmlformats.org/drawingml/2006/main">
              <a:ext uri="{FF2B5EF4-FFF2-40B4-BE49-F238E27FC236}">
                <a16:creationId xmlns:a16="http://schemas.microsoft.com/office/drawing/2014/main" id="{EC630C67-5A5C-4289-8371-84F5628700ED}"/>
              </a:ext>
            </a:extLst>
          </p:cNvPr>
          <p:cNvSpPr>
            <a:spLocks xmlns:a="http://schemas.openxmlformats.org/drawingml/2006/main" noGrp="1"/>
          </p:cNvSpPr>
          <p:nvPr/>
        </p:nvSpPr>
        <p:spPr>
          <a:xfrm xmlns:a="http://schemas.openxmlformats.org/drawingml/2006/main">
            <a:off x="9552622" y="1957388"/>
            <a:ext cx="96107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המקור.</a:t>
            </a:r>
          </a:p>
        </p:txBody>
      </p:sp>
      <p:sp>
        <p:nvSpPr>
          <p:cNvPr id="27" name="">
            <a:extLst xmlns:a="http://schemas.openxmlformats.org/drawingml/2006/main">
              <a:ext uri="{FF2B5EF4-FFF2-40B4-BE49-F238E27FC236}">
                <a16:creationId xmlns:a16="http://schemas.microsoft.com/office/drawing/2014/main" id="{251F4BA4-A646-440A-B2DE-B6B218F0F5E1}"/>
              </a:ext>
            </a:extLst>
          </p:cNvPr>
          <p:cNvSpPr>
            <a:spLocks xmlns:a="http://schemas.openxmlformats.org/drawingml/2006/main" noGrp="1"/>
          </p:cNvSpPr>
          <p:nvPr/>
        </p:nvSpPr>
        <p:spPr>
          <a:xfrm xmlns:a="http://schemas.openxmlformats.org/drawingml/2006/main">
            <a:off x="10954226" y="2905125"/>
            <a:ext cx="35194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ID</a:t>
            </a:r>
          </a:p>
        </p:txBody>
      </p:sp>
      <p:sp>
        <p:nvSpPr>
          <p:cNvPr id="28" name="">
            <a:extLst xmlns:a="http://schemas.openxmlformats.org/drawingml/2006/main">
              <a:ext uri="{FF2B5EF4-FFF2-40B4-BE49-F238E27FC236}">
                <a16:creationId xmlns:a16="http://schemas.microsoft.com/office/drawing/2014/main" id="{8869B64E-5036-42C1-A314-1534AD98637F}"/>
              </a:ext>
            </a:extLst>
          </p:cNvPr>
          <p:cNvSpPr>
            <a:spLocks xmlns:a="http://schemas.openxmlformats.org/drawingml/2006/main" noGrp="1"/>
          </p:cNvSpPr>
          <p:nvPr/>
        </p:nvSpPr>
        <p:spPr>
          <a:xfrm xmlns:a="http://schemas.openxmlformats.org/drawingml/2006/main">
            <a:off x="10379202" y="2905125"/>
            <a:ext cx="50320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הוא</a:t>
            </a:r>
          </a:p>
        </p:txBody>
      </p:sp>
      <p:sp>
        <p:nvSpPr>
          <p:cNvPr id="29" name="">
            <a:extLst xmlns:a="http://schemas.openxmlformats.org/drawingml/2006/main">
              <a:ext uri="{FF2B5EF4-FFF2-40B4-BE49-F238E27FC236}">
                <a16:creationId xmlns:a16="http://schemas.microsoft.com/office/drawing/2014/main" id="{5874696E-E48B-43AF-A70E-8250C9CEB7B1}"/>
              </a:ext>
            </a:extLst>
          </p:cNvPr>
          <p:cNvSpPr>
            <a:spLocks xmlns:a="http://schemas.openxmlformats.org/drawingml/2006/main" noGrp="1"/>
          </p:cNvSpPr>
          <p:nvPr/>
        </p:nvSpPr>
        <p:spPr>
          <a:xfrm xmlns:a="http://schemas.openxmlformats.org/drawingml/2006/main">
            <a:off x="9540526" y="2905125"/>
            <a:ext cx="76685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מספר</a:t>
            </a:r>
          </a:p>
        </p:txBody>
      </p:sp>
      <p:sp>
        <p:nvSpPr>
          <p:cNvPr id="30" name="">
            <a:extLst xmlns:a="http://schemas.openxmlformats.org/drawingml/2006/main">
              <a:ext uri="{FF2B5EF4-FFF2-40B4-BE49-F238E27FC236}">
                <a16:creationId xmlns:a16="http://schemas.microsoft.com/office/drawing/2014/main" id="{2AA450E5-6F57-4D10-97CC-4FC4623996E5}"/>
              </a:ext>
            </a:extLst>
          </p:cNvPr>
          <p:cNvSpPr>
            <a:spLocks xmlns:a="http://schemas.openxmlformats.org/drawingml/2006/main" noGrp="1"/>
          </p:cNvSpPr>
          <p:nvPr/>
        </p:nvSpPr>
        <p:spPr>
          <a:xfrm xmlns:a="http://schemas.openxmlformats.org/drawingml/2006/main">
            <a:off x="9014746" y="2905125"/>
            <a:ext cx="45396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רץ.</a:t>
            </a:r>
          </a:p>
        </p:txBody>
      </p:sp>
      <p:sp>
        <p:nvSpPr>
          <p:cNvPr id="31" name="">
            <a:extLst xmlns:a="http://schemas.openxmlformats.org/drawingml/2006/main">
              <a:ext uri="{FF2B5EF4-FFF2-40B4-BE49-F238E27FC236}">
                <a16:creationId xmlns:a16="http://schemas.microsoft.com/office/drawing/2014/main" id="{97206B9E-F147-4523-A66F-B151129A71A4}"/>
              </a:ext>
            </a:extLst>
          </p:cNvPr>
          <p:cNvSpPr>
            <a:spLocks xmlns:a="http://schemas.openxmlformats.org/drawingml/2006/main" noGrp="1"/>
          </p:cNvSpPr>
          <p:nvPr/>
        </p:nvSpPr>
        <p:spPr>
          <a:xfrm xmlns:a="http://schemas.openxmlformats.org/drawingml/2006/main">
            <a:off x="8137779" y="2905125"/>
            <a:ext cx="80514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תאריך</a:t>
            </a:r>
          </a:p>
        </p:txBody>
      </p:sp>
      <p:sp>
        <p:nvSpPr>
          <p:cNvPr id="32" name="">
            <a:extLst xmlns:a="http://schemas.openxmlformats.org/drawingml/2006/main">
              <a:ext uri="{FF2B5EF4-FFF2-40B4-BE49-F238E27FC236}">
                <a16:creationId xmlns:a16="http://schemas.microsoft.com/office/drawing/2014/main" id="{E03ADE18-0FAD-4EAA-9E5E-4348E0DCC1D9}"/>
              </a:ext>
            </a:extLst>
          </p:cNvPr>
          <p:cNvSpPr>
            <a:spLocks xmlns:a="http://schemas.openxmlformats.org/drawingml/2006/main" noGrp="1"/>
          </p:cNvSpPr>
          <p:nvPr/>
        </p:nvSpPr>
        <p:spPr>
          <a:xfrm xmlns:a="http://schemas.openxmlformats.org/drawingml/2006/main">
            <a:off x="7229761" y="2905125"/>
            <a:ext cx="83620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תחילת</a:t>
            </a:r>
          </a:p>
        </p:txBody>
      </p:sp>
      <p:sp>
        <p:nvSpPr>
          <p:cNvPr id="33" name="">
            <a:extLst xmlns:a="http://schemas.openxmlformats.org/drawingml/2006/main">
              <a:ext uri="{FF2B5EF4-FFF2-40B4-BE49-F238E27FC236}">
                <a16:creationId xmlns:a16="http://schemas.microsoft.com/office/drawing/2014/main" id="{037FFA6E-62A0-4CDE-8194-ED830598522C}"/>
              </a:ext>
            </a:extLst>
          </p:cNvPr>
          <p:cNvSpPr>
            <a:spLocks xmlns:a="http://schemas.openxmlformats.org/drawingml/2006/main" noGrp="1"/>
          </p:cNvSpPr>
          <p:nvPr/>
        </p:nvSpPr>
        <p:spPr>
          <a:xfrm xmlns:a="http://schemas.openxmlformats.org/drawingml/2006/main">
            <a:off x="6134767" y="2905125"/>
            <a:ext cx="102317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התפקיד</a:t>
            </a:r>
          </a:p>
        </p:txBody>
      </p:sp>
      <p:sp>
        <p:nvSpPr>
          <p:cNvPr id="34" name="">
            <a:extLst xmlns:a="http://schemas.openxmlformats.org/drawingml/2006/main">
              <a:ext uri="{FF2B5EF4-FFF2-40B4-BE49-F238E27FC236}">
                <a16:creationId xmlns:a16="http://schemas.microsoft.com/office/drawing/2014/main" id="{D401099E-627E-44E7-9EF5-684D13E57118}"/>
              </a:ext>
            </a:extLst>
          </p:cNvPr>
          <p:cNvSpPr>
            <a:spLocks xmlns:a="http://schemas.openxmlformats.org/drawingml/2006/main" noGrp="1"/>
          </p:cNvSpPr>
          <p:nvPr/>
        </p:nvSpPr>
        <p:spPr>
          <a:xfrm xmlns:a="http://schemas.openxmlformats.org/drawingml/2006/main">
            <a:off x="5568124" y="2905125"/>
            <a:ext cx="49482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אינו</a:t>
            </a:r>
          </a:p>
        </p:txBody>
      </p:sp>
      <p:sp>
        <p:nvSpPr>
          <p:cNvPr id="35" name="">
            <a:extLst xmlns:a="http://schemas.openxmlformats.org/drawingml/2006/main">
              <a:ext uri="{FF2B5EF4-FFF2-40B4-BE49-F238E27FC236}">
                <a16:creationId xmlns:a16="http://schemas.microsoft.com/office/drawing/2014/main" id="{B90BBAA6-051A-4C3E-8E7D-0552631E1A92}"/>
              </a:ext>
            </a:extLst>
          </p:cNvPr>
          <p:cNvSpPr>
            <a:spLocks xmlns:a="http://schemas.openxmlformats.org/drawingml/2006/main" noGrp="1"/>
          </p:cNvSpPr>
          <p:nvPr/>
        </p:nvSpPr>
        <p:spPr>
          <a:xfrm xmlns:a="http://schemas.openxmlformats.org/drawingml/2006/main">
            <a:off x="4841843" y="2905125"/>
            <a:ext cx="65446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מועד</a:t>
            </a:r>
          </a:p>
        </p:txBody>
      </p:sp>
      <p:sp>
        <p:nvSpPr>
          <p:cNvPr id="36" name="">
            <a:extLst xmlns:a="http://schemas.openxmlformats.org/drawingml/2006/main">
              <a:ext uri="{FF2B5EF4-FFF2-40B4-BE49-F238E27FC236}">
                <a16:creationId xmlns:a16="http://schemas.microsoft.com/office/drawing/2014/main" id="{1E668FCA-EA39-4A4F-948B-C37D997A0583}"/>
              </a:ext>
            </a:extLst>
          </p:cNvPr>
          <p:cNvSpPr>
            <a:spLocks xmlns:a="http://schemas.openxmlformats.org/drawingml/2006/main" noGrp="1"/>
          </p:cNvSpPr>
          <p:nvPr/>
        </p:nvSpPr>
        <p:spPr>
          <a:xfrm xmlns:a="http://schemas.openxmlformats.org/drawingml/2006/main">
            <a:off x="3919156" y="2905125"/>
            <a:ext cx="85086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שליחת</a:t>
            </a:r>
          </a:p>
        </p:txBody>
      </p:sp>
      <p:sp>
        <p:nvSpPr>
          <p:cNvPr id="37" name="">
            <a:extLst xmlns:a="http://schemas.openxmlformats.org/drawingml/2006/main">
              <a:ext uri="{FF2B5EF4-FFF2-40B4-BE49-F238E27FC236}">
                <a16:creationId xmlns:a16="http://schemas.microsoft.com/office/drawing/2014/main" id="{6588AC0D-88DE-4C4F-B452-E0DE86A7812B}"/>
              </a:ext>
            </a:extLst>
          </p:cNvPr>
          <p:cNvSpPr>
            <a:spLocks xmlns:a="http://schemas.openxmlformats.org/drawingml/2006/main" noGrp="1"/>
          </p:cNvSpPr>
          <p:nvPr/>
        </p:nvSpPr>
        <p:spPr>
          <a:xfrm xmlns:a="http://schemas.openxmlformats.org/drawingml/2006/main">
            <a:off x="2972752" y="2905125"/>
            <a:ext cx="87458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הסקר.</a:t>
            </a:r>
          </a:p>
        </p:txBody>
      </p:sp>
      <p:sp>
        <p:nvSpPr>
          <p:cNvPr id="38" name="">
            <a:extLst xmlns:a="http://schemas.openxmlformats.org/drawingml/2006/main">
              <a:ext uri="{FF2B5EF4-FFF2-40B4-BE49-F238E27FC236}">
                <a16:creationId xmlns:a16="http://schemas.microsoft.com/office/drawing/2014/main" id="{79C9ED96-6883-4963-978B-F87214FC8CC7}"/>
              </a:ext>
            </a:extLst>
          </p:cNvPr>
          <p:cNvSpPr>
            <a:spLocks xmlns:a="http://schemas.openxmlformats.org/drawingml/2006/main" noGrp="1"/>
          </p:cNvSpPr>
          <p:nvPr/>
        </p:nvSpPr>
        <p:spPr>
          <a:xfrm xmlns:a="http://schemas.openxmlformats.org/drawingml/2006/main">
            <a:off x="2598420" y="2905125"/>
            <a:ext cx="30251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אי</a:t>
            </a:r>
          </a:p>
        </p:txBody>
      </p:sp>
      <p:sp>
        <p:nvSpPr>
          <p:cNvPr id="39" name="">
            <a:extLst xmlns:a="http://schemas.openxmlformats.org/drawingml/2006/main">
              <a:ext uri="{FF2B5EF4-FFF2-40B4-BE49-F238E27FC236}">
                <a16:creationId xmlns:a16="http://schemas.microsoft.com/office/drawing/2014/main" id="{63F8725F-2716-4995-8DFC-AD733FBDFDB3}"/>
              </a:ext>
            </a:extLst>
          </p:cNvPr>
          <p:cNvSpPr>
            <a:spLocks xmlns:a="http://schemas.openxmlformats.org/drawingml/2006/main" noGrp="1"/>
          </p:cNvSpPr>
          <p:nvPr/>
        </p:nvSpPr>
        <p:spPr>
          <a:xfrm xmlns:a="http://schemas.openxmlformats.org/drawingml/2006/main">
            <a:off x="1745742" y="2905125"/>
            <a:ext cx="78086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אפשר</a:t>
            </a:r>
          </a:p>
        </p:txBody>
      </p:sp>
      <p:sp>
        <p:nvSpPr>
          <p:cNvPr id="40" name="">
            <a:extLst xmlns:a="http://schemas.openxmlformats.org/drawingml/2006/main">
              <a:ext uri="{FF2B5EF4-FFF2-40B4-BE49-F238E27FC236}">
                <a16:creationId xmlns:a16="http://schemas.microsoft.com/office/drawing/2014/main" id="{9506D524-FDFE-483F-B38F-937DC40C77E5}"/>
              </a:ext>
            </a:extLst>
          </p:cNvPr>
          <p:cNvSpPr>
            <a:spLocks xmlns:a="http://schemas.openxmlformats.org/drawingml/2006/main" noGrp="1"/>
          </p:cNvSpPr>
          <p:nvPr/>
        </p:nvSpPr>
        <p:spPr>
          <a:xfrm xmlns:a="http://schemas.openxmlformats.org/drawingml/2006/main">
            <a:off x="10446829" y="3290888"/>
            <a:ext cx="85934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לשחזר</a:t>
            </a:r>
          </a:p>
        </p:txBody>
      </p:sp>
      <p:sp>
        <p:nvSpPr>
          <p:cNvPr id="41" name="">
            <a:extLst xmlns:a="http://schemas.openxmlformats.org/drawingml/2006/main">
              <a:ext uri="{FF2B5EF4-FFF2-40B4-BE49-F238E27FC236}">
                <a16:creationId xmlns:a16="http://schemas.microsoft.com/office/drawing/2014/main" id="{75B249FC-E494-4A77-BF9B-E4EBD99D1F3F}"/>
              </a:ext>
            </a:extLst>
          </p:cNvPr>
          <p:cNvSpPr>
            <a:spLocks xmlns:a="http://schemas.openxmlformats.org/drawingml/2006/main" noGrp="1"/>
          </p:cNvSpPr>
          <p:nvPr/>
        </p:nvSpPr>
        <p:spPr>
          <a:xfrm xmlns:a="http://schemas.openxmlformats.org/drawingml/2006/main">
            <a:off x="9757029" y="3290888"/>
            <a:ext cx="61798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מהם</a:t>
            </a:r>
          </a:p>
        </p:txBody>
      </p:sp>
      <p:sp>
        <p:nvSpPr>
          <p:cNvPr id="42" name="">
            <a:extLst xmlns:a="http://schemas.openxmlformats.org/drawingml/2006/main">
              <a:ext uri="{FF2B5EF4-FFF2-40B4-BE49-F238E27FC236}">
                <a16:creationId xmlns:a16="http://schemas.microsoft.com/office/drawing/2014/main" id="{A8F55C08-B1D9-461C-9BF6-650D9ACB8869}"/>
              </a:ext>
            </a:extLst>
          </p:cNvPr>
          <p:cNvSpPr>
            <a:spLocks xmlns:a="http://schemas.openxmlformats.org/drawingml/2006/main" noGrp="1"/>
          </p:cNvSpPr>
          <p:nvPr/>
        </p:nvSpPr>
        <p:spPr>
          <a:xfrm xmlns:a="http://schemas.openxmlformats.org/drawingml/2006/main">
            <a:off x="8876157" y="3290888"/>
            <a:ext cx="80905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אנשים</a:t>
            </a:r>
          </a:p>
        </p:txBody>
      </p:sp>
      <p:sp>
        <p:nvSpPr>
          <p:cNvPr id="43" name="">
            <a:extLst xmlns:a="http://schemas.openxmlformats.org/drawingml/2006/main">
              <a:ext uri="{FF2B5EF4-FFF2-40B4-BE49-F238E27FC236}">
                <a16:creationId xmlns:a16="http://schemas.microsoft.com/office/drawing/2014/main" id="{0D5C081E-643B-4F2A-8A97-DAF346ED329C}"/>
              </a:ext>
            </a:extLst>
          </p:cNvPr>
          <p:cNvSpPr>
            <a:spLocks xmlns:a="http://schemas.openxmlformats.org/drawingml/2006/main" noGrp="1"/>
          </p:cNvSpPr>
          <p:nvPr/>
        </p:nvSpPr>
        <p:spPr>
          <a:xfrm xmlns:a="http://schemas.openxmlformats.org/drawingml/2006/main">
            <a:off x="8487823" y="3290888"/>
            <a:ext cx="31651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או</a:t>
            </a:r>
          </a:p>
        </p:txBody>
      </p:sp>
      <p:sp>
        <p:nvSpPr>
          <p:cNvPr id="44" name="">
            <a:extLst xmlns:a="http://schemas.openxmlformats.org/drawingml/2006/main">
              <a:ext uri="{FF2B5EF4-FFF2-40B4-BE49-F238E27FC236}">
                <a16:creationId xmlns:a16="http://schemas.microsoft.com/office/drawing/2014/main" id="{4A66A622-FCCD-4EBE-A799-26535039F7B6}"/>
              </a:ext>
            </a:extLst>
          </p:cNvPr>
          <p:cNvSpPr>
            <a:spLocks xmlns:a="http://schemas.openxmlformats.org/drawingml/2006/main" noGrp="1"/>
          </p:cNvSpPr>
          <p:nvPr/>
        </p:nvSpPr>
        <p:spPr>
          <a:xfrm xmlns:a="http://schemas.openxmlformats.org/drawingml/2006/main">
            <a:off x="7865650" y="3290888"/>
            <a:ext cx="55035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סדר</a:t>
            </a:r>
          </a:p>
        </p:txBody>
      </p:sp>
      <p:sp>
        <p:nvSpPr>
          <p:cNvPr id="45" name="">
            <a:extLst xmlns:a="http://schemas.openxmlformats.org/drawingml/2006/main">
              <a:ext uri="{FF2B5EF4-FFF2-40B4-BE49-F238E27FC236}">
                <a16:creationId xmlns:a16="http://schemas.microsoft.com/office/drawing/2014/main" id="{713AAF34-9DC5-4132-8957-DDFA8F1A0F86}"/>
              </a:ext>
            </a:extLst>
          </p:cNvPr>
          <p:cNvSpPr>
            <a:spLocks xmlns:a="http://schemas.openxmlformats.org/drawingml/2006/main" noGrp="1"/>
          </p:cNvSpPr>
          <p:nvPr/>
        </p:nvSpPr>
        <p:spPr>
          <a:xfrm xmlns:a="http://schemas.openxmlformats.org/drawingml/2006/main">
            <a:off x="6734175" y="3290888"/>
            <a:ext cx="105965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גרסאות.</a:t>
            </a:r>
          </a:p>
        </p:txBody>
      </p:sp>
      <p:sp>
        <p:nvSpPr>
          <p:cNvPr id="46" name="">
            <a:extLst xmlns:a="http://schemas.openxmlformats.org/drawingml/2006/main">
              <a:ext uri="{FF2B5EF4-FFF2-40B4-BE49-F238E27FC236}">
                <a16:creationId xmlns:a16="http://schemas.microsoft.com/office/drawing/2014/main" id="{283CC03B-ADBB-481C-8192-B5E131A2387F}"/>
              </a:ext>
            </a:extLst>
          </p:cNvPr>
          <p:cNvSpPr>
            <a:spLocks xmlns:a="http://schemas.openxmlformats.org/drawingml/2006/main" noGrp="1"/>
          </p:cNvSpPr>
          <p:nvPr/>
        </p:nvSpPr>
        <p:spPr>
          <a:xfrm xmlns:a="http://schemas.openxmlformats.org/drawingml/2006/main">
            <a:off x="10630281" y="4238625"/>
            <a:ext cx="67589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שורה</a:t>
            </a:r>
          </a:p>
        </p:txBody>
      </p:sp>
      <p:sp>
        <p:nvSpPr>
          <p:cNvPr id="47" name="">
            <a:extLst xmlns:a="http://schemas.openxmlformats.org/drawingml/2006/main">
              <a:ext uri="{FF2B5EF4-FFF2-40B4-BE49-F238E27FC236}">
                <a16:creationId xmlns:a16="http://schemas.microsoft.com/office/drawing/2014/main" id="{E3AE954D-69C8-47E8-8C4E-C16F8CA8D2F2}"/>
              </a:ext>
            </a:extLst>
          </p:cNvPr>
          <p:cNvSpPr>
            <a:spLocks xmlns:a="http://schemas.openxmlformats.org/drawingml/2006/main" noGrp="1"/>
          </p:cNvSpPr>
          <p:nvPr/>
        </p:nvSpPr>
        <p:spPr>
          <a:xfrm xmlns:a="http://schemas.openxmlformats.org/drawingml/2006/main">
            <a:off x="9766840" y="4238625"/>
            <a:ext cx="79162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נוספת</a:t>
            </a:r>
          </a:p>
        </p:txBody>
      </p:sp>
      <p:sp>
        <p:nvSpPr>
          <p:cNvPr id="48" name="">
            <a:extLst xmlns:a="http://schemas.openxmlformats.org/drawingml/2006/main">
              <a:ext uri="{FF2B5EF4-FFF2-40B4-BE49-F238E27FC236}">
                <a16:creationId xmlns:a16="http://schemas.microsoft.com/office/drawing/2014/main" id="{A60DC0B3-4E09-4D7C-95DD-61C32F358A4D}"/>
              </a:ext>
            </a:extLst>
          </p:cNvPr>
          <p:cNvSpPr>
            <a:spLocks xmlns:a="http://schemas.openxmlformats.org/drawingml/2006/main" noGrp="1"/>
          </p:cNvSpPr>
          <p:nvPr/>
        </p:nvSpPr>
        <p:spPr>
          <a:xfrm xmlns:a="http://schemas.openxmlformats.org/drawingml/2006/main">
            <a:off x="8889206" y="4238625"/>
            <a:ext cx="80581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מכילה</a:t>
            </a:r>
          </a:p>
        </p:txBody>
      </p:sp>
      <p:sp>
        <p:nvSpPr>
          <p:cNvPr id="49" name="">
            <a:extLst xmlns:a="http://schemas.openxmlformats.org/drawingml/2006/main">
              <a:ext uri="{FF2B5EF4-FFF2-40B4-BE49-F238E27FC236}">
                <a16:creationId xmlns:a16="http://schemas.microsoft.com/office/drawing/2014/main" id="{F529EA79-3C4A-469D-BBBB-2A3DB3747CFA}"/>
              </a:ext>
            </a:extLst>
          </p:cNvPr>
          <p:cNvSpPr>
            <a:spLocks xmlns:a="http://schemas.openxmlformats.org/drawingml/2006/main" noGrp="1"/>
          </p:cNvSpPr>
          <p:nvPr/>
        </p:nvSpPr>
        <p:spPr>
          <a:xfrm xmlns:a="http://schemas.openxmlformats.org/drawingml/2006/main">
            <a:off x="8018717" y="4238625"/>
            <a:ext cx="79867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נוסחה</a:t>
            </a:r>
          </a:p>
        </p:txBody>
      </p:sp>
      <p:sp>
        <p:nvSpPr>
          <p:cNvPr id="50" name="">
            <a:extLst xmlns:a="http://schemas.openxmlformats.org/drawingml/2006/main">
              <a:ext uri="{FF2B5EF4-FFF2-40B4-BE49-F238E27FC236}">
                <a16:creationId xmlns:a16="http://schemas.microsoft.com/office/drawing/2014/main" id="{19EFE67E-1E09-483C-95DC-4698319A03CA}"/>
              </a:ext>
            </a:extLst>
          </p:cNvPr>
          <p:cNvSpPr>
            <a:spLocks xmlns:a="http://schemas.openxmlformats.org/drawingml/2006/main" noGrp="1"/>
          </p:cNvSpPr>
          <p:nvPr/>
        </p:nvSpPr>
        <p:spPr>
          <a:xfrm xmlns:a="http://schemas.openxmlformats.org/drawingml/2006/main">
            <a:off x="7159657" y="4238625"/>
            <a:ext cx="78724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בלבד.</a:t>
            </a:r>
          </a:p>
        </p:txBody>
      </p:sp>
      <p:sp>
        <p:nvSpPr>
          <p:cNvPr id="51" name="">
            <a:extLst xmlns:a="http://schemas.openxmlformats.org/drawingml/2006/main">
              <a:ext uri="{FF2B5EF4-FFF2-40B4-BE49-F238E27FC236}">
                <a16:creationId xmlns:a16="http://schemas.microsoft.com/office/drawing/2014/main" id="{191B0716-3CDC-45EB-8626-73534821F894}"/>
              </a:ext>
            </a:extLst>
          </p:cNvPr>
          <p:cNvSpPr>
            <a:spLocks xmlns:a="http://schemas.openxmlformats.org/drawingml/2006/main" noGrp="1"/>
          </p:cNvSpPr>
          <p:nvPr/>
        </p:nvSpPr>
        <p:spPr>
          <a:xfrm xmlns:a="http://schemas.openxmlformats.org/drawingml/2006/main">
            <a:off x="6047899" y="4238625"/>
            <a:ext cx="103994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הקריאה</a:t>
            </a:r>
          </a:p>
        </p:txBody>
      </p:sp>
      <p:sp>
        <p:nvSpPr>
          <p:cNvPr id="52" name="">
            <a:extLst xmlns:a="http://schemas.openxmlformats.org/drawingml/2006/main">
              <a:ext uri="{FF2B5EF4-FFF2-40B4-BE49-F238E27FC236}">
                <a16:creationId xmlns:a16="http://schemas.microsoft.com/office/drawing/2014/main" id="{E8E3E286-27C4-43C9-8F8C-B353A155FA85}"/>
              </a:ext>
            </a:extLst>
          </p:cNvPr>
          <p:cNvSpPr>
            <a:spLocks xmlns:a="http://schemas.openxmlformats.org/drawingml/2006/main" noGrp="1"/>
          </p:cNvSpPr>
          <p:nvPr/>
        </p:nvSpPr>
        <p:spPr>
          <a:xfrm xmlns:a="http://schemas.openxmlformats.org/drawingml/2006/main">
            <a:off x="5132356" y="4238625"/>
            <a:ext cx="84372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מסננת</a:t>
            </a:r>
          </a:p>
        </p:txBody>
      </p:sp>
      <p:sp>
        <p:nvSpPr>
          <p:cNvPr id="53" name="">
            <a:extLst xmlns:a="http://schemas.openxmlformats.org/drawingml/2006/main">
              <a:ext uri="{FF2B5EF4-FFF2-40B4-BE49-F238E27FC236}">
                <a16:creationId xmlns:a16="http://schemas.microsoft.com/office/drawing/2014/main" id="{3D73107E-2B64-490A-B9B1-FE107E377B53}"/>
              </a:ext>
            </a:extLst>
          </p:cNvPr>
          <p:cNvSpPr>
            <a:spLocks xmlns:a="http://schemas.openxmlformats.org/drawingml/2006/main" noGrp="1"/>
          </p:cNvSpPr>
          <p:nvPr/>
        </p:nvSpPr>
        <p:spPr>
          <a:xfrm xmlns:a="http://schemas.openxmlformats.org/drawingml/2006/main">
            <a:off x="4278725" y="4238625"/>
            <a:ext cx="78181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אותה,</a:t>
            </a:r>
          </a:p>
        </p:txBody>
      </p:sp>
      <p:sp>
        <p:nvSpPr>
          <p:cNvPr id="54" name="">
            <a:extLst xmlns:a="http://schemas.openxmlformats.org/drawingml/2006/main">
              <a:ext uri="{FF2B5EF4-FFF2-40B4-BE49-F238E27FC236}">
                <a16:creationId xmlns:a16="http://schemas.microsoft.com/office/drawing/2014/main" id="{DD160F36-D799-4288-A275-C115D3E8ABDB}"/>
              </a:ext>
            </a:extLst>
          </p:cNvPr>
          <p:cNvSpPr>
            <a:spLocks xmlns:a="http://schemas.openxmlformats.org/drawingml/2006/main" noGrp="1"/>
          </p:cNvSpPr>
          <p:nvPr/>
        </p:nvSpPr>
        <p:spPr>
          <a:xfrm xmlns:a="http://schemas.openxmlformats.org/drawingml/2006/main">
            <a:off x="3191351" y="4238625"/>
            <a:ext cx="101555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ומגבילה</a:t>
            </a:r>
          </a:p>
        </p:txBody>
      </p:sp>
      <p:sp>
        <p:nvSpPr>
          <p:cNvPr id="55" name="">
            <a:extLst xmlns:a="http://schemas.openxmlformats.org/drawingml/2006/main">
              <a:ext uri="{FF2B5EF4-FFF2-40B4-BE49-F238E27FC236}">
                <a16:creationId xmlns:a16="http://schemas.microsoft.com/office/drawing/2014/main" id="{46BF8ACD-C522-448F-BAF4-96DD1997B82D}"/>
              </a:ext>
            </a:extLst>
          </p:cNvPr>
          <p:cNvSpPr>
            <a:spLocks xmlns:a="http://schemas.openxmlformats.org/drawingml/2006/main" noGrp="1"/>
          </p:cNvSpPr>
          <p:nvPr/>
        </p:nvSpPr>
        <p:spPr>
          <a:xfrm xmlns:a="http://schemas.openxmlformats.org/drawingml/2006/main">
            <a:off x="2693098" y="4238625"/>
            <a:ext cx="4264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את</a:t>
            </a:r>
          </a:p>
        </p:txBody>
      </p:sp>
      <p:sp>
        <p:nvSpPr>
          <p:cNvPr id="56" name="">
            <a:extLst xmlns:a="http://schemas.openxmlformats.org/drawingml/2006/main">
              <a:ext uri="{FF2B5EF4-FFF2-40B4-BE49-F238E27FC236}">
                <a16:creationId xmlns:a16="http://schemas.microsoft.com/office/drawing/2014/main" id="{7FA0DAB6-4BB1-4A3D-83D4-D9559B19708E}"/>
              </a:ext>
            </a:extLst>
          </p:cNvPr>
          <p:cNvSpPr>
            <a:spLocks xmlns:a="http://schemas.openxmlformats.org/drawingml/2006/main" noGrp="1"/>
          </p:cNvSpPr>
          <p:nvPr/>
        </p:nvSpPr>
        <p:spPr>
          <a:xfrm xmlns:a="http://schemas.openxmlformats.org/drawingml/2006/main">
            <a:off x="2009965" y="4238625"/>
            <a:ext cx="61131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גיליון</a:t>
            </a:r>
          </a:p>
        </p:txBody>
      </p:sp>
      <p:sp>
        <p:nvSpPr>
          <p:cNvPr id="57" name="">
            <a:extLst xmlns:a="http://schemas.openxmlformats.org/drawingml/2006/main">
              <a:ext uri="{FF2B5EF4-FFF2-40B4-BE49-F238E27FC236}">
                <a16:creationId xmlns:a16="http://schemas.microsoft.com/office/drawing/2014/main" id="{A12EBB0A-6A54-4CA7-9C7C-42354BF00B25}"/>
              </a:ext>
            </a:extLst>
          </p:cNvPr>
          <p:cNvSpPr>
            <a:spLocks xmlns:a="http://schemas.openxmlformats.org/drawingml/2006/main" noGrp="1"/>
          </p:cNvSpPr>
          <p:nvPr/>
        </p:nvSpPr>
        <p:spPr>
          <a:xfrm xmlns:a="http://schemas.openxmlformats.org/drawingml/2006/main">
            <a:off x="1005268" y="4238625"/>
            <a:ext cx="93287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ההסבר</a:t>
            </a:r>
          </a:p>
        </p:txBody>
      </p:sp>
      <p:sp>
        <p:nvSpPr>
          <p:cNvPr id="58" name="">
            <a:extLst xmlns:a="http://schemas.openxmlformats.org/drawingml/2006/main">
              <a:ext uri="{FF2B5EF4-FFF2-40B4-BE49-F238E27FC236}">
                <a16:creationId xmlns:a16="http://schemas.microsoft.com/office/drawing/2014/main" id="{571812A4-1190-4641-805A-710BA271C317}"/>
              </a:ext>
            </a:extLst>
          </p:cNvPr>
          <p:cNvSpPr>
            <a:spLocks xmlns:a="http://schemas.openxmlformats.org/drawingml/2006/main" noGrp="1"/>
          </p:cNvSpPr>
          <p:nvPr/>
        </p:nvSpPr>
        <p:spPr>
          <a:xfrm xmlns:a="http://schemas.openxmlformats.org/drawingml/2006/main">
            <a:off x="10399776" y="4624388"/>
            <a:ext cx="90639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לארבע</a:t>
            </a:r>
          </a:p>
        </p:txBody>
      </p:sp>
      <p:sp>
        <p:nvSpPr>
          <p:cNvPr id="59" name="">
            <a:extLst xmlns:a="http://schemas.openxmlformats.org/drawingml/2006/main">
              <a:ext uri="{FF2B5EF4-FFF2-40B4-BE49-F238E27FC236}">
                <a16:creationId xmlns:a16="http://schemas.microsoft.com/office/drawing/2014/main" id="{60E05A1A-A4EC-4F0B-AF51-B1FFB97984EF}"/>
              </a:ext>
            </a:extLst>
          </p:cNvPr>
          <p:cNvSpPr>
            <a:spLocks xmlns:a="http://schemas.openxmlformats.org/drawingml/2006/main" noGrp="1"/>
          </p:cNvSpPr>
          <p:nvPr/>
        </p:nvSpPr>
        <p:spPr>
          <a:xfrm xmlns:a="http://schemas.openxmlformats.org/drawingml/2006/main">
            <a:off x="9221152" y="4624388"/>
            <a:ext cx="110680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העמודות</a:t>
            </a:r>
          </a:p>
        </p:txBody>
      </p:sp>
      <p:sp>
        <p:nvSpPr>
          <p:cNvPr id="60" name="">
            <a:extLst xmlns:a="http://schemas.openxmlformats.org/drawingml/2006/main">
              <a:ext uri="{FF2B5EF4-FFF2-40B4-BE49-F238E27FC236}">
                <a16:creationId xmlns:a16="http://schemas.microsoft.com/office/drawing/2014/main" id="{328A6229-3FE4-4696-A2B3-496DEF43DAAC}"/>
              </a:ext>
            </a:extLst>
          </p:cNvPr>
          <p:cNvSpPr>
            <a:spLocks xmlns:a="http://schemas.openxmlformats.org/drawingml/2006/main" noGrp="1"/>
          </p:cNvSpPr>
          <p:nvPr/>
        </p:nvSpPr>
        <p:spPr>
          <a:xfrm xmlns:a="http://schemas.openxmlformats.org/drawingml/2006/main">
            <a:off x="7851553" y="4624388"/>
            <a:ext cx="129778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המוגדרות.</a:t>
            </a:r>
          </a:p>
        </p:txBody>
      </p:sp>
    </p:spTree>
    <p:extLst>
      <p:ext uri="{BB962C8B-B14F-4D97-AF65-F5344CB8AC3E}">
        <p14:creationId xmlns:p14="http://schemas.microsoft.com/office/powerpoint/2010/main" val="1160868908"/>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42E9499-1D00-46D4-B834-9040BED3C5BE}"/>
              </a:ext>
            </a:extLst>
          </p:cNvPr>
          <p:cNvSpPr>
            <a:spLocks xmlns:a="http://schemas.openxmlformats.org/drawingml/2006/main" noGrp="1"/>
          </p:cNvSpPr>
          <p:nvPr/>
        </p:nvSpPr>
        <p:spPr>
          <a:xfrm xmlns:a="http://schemas.openxmlformats.org/drawingml/2006/main">
            <a:off x="10106787" y="476250"/>
            <a:ext cx="1437513"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הפתרון</a:t>
            </a:r>
          </a:p>
        </p:txBody>
      </p:sp>
      <p:sp>
        <p:nvSpPr>
          <p:cNvPr id="2" name="">
            <a:extLst xmlns:a="http://schemas.openxmlformats.org/drawingml/2006/main">
              <a:ext uri="{FF2B5EF4-FFF2-40B4-BE49-F238E27FC236}">
                <a16:creationId xmlns:a16="http://schemas.microsoft.com/office/drawing/2014/main" id="{35A5561E-0FA8-4291-B28C-D8B50C3A1A03}"/>
              </a:ext>
            </a:extLst>
          </p:cNvPr>
          <p:cNvSpPr>
            <a:spLocks xmlns:a="http://schemas.openxmlformats.org/drawingml/2006/main" noGrp="1"/>
          </p:cNvSpPr>
          <p:nvPr/>
        </p:nvSpPr>
        <p:spPr>
          <a:xfrm xmlns:a="http://schemas.openxmlformats.org/drawingml/2006/main">
            <a:off x="8614029" y="476250"/>
            <a:ext cx="1365885"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שנבדק</a:t>
            </a:r>
          </a:p>
        </p:txBody>
      </p:sp>
      <p:sp>
        <p:nvSpPr>
          <p:cNvPr id="3" name="">
            <a:extLst xmlns:a="http://schemas.openxmlformats.org/drawingml/2006/main">
              <a:ext uri="{FF2B5EF4-FFF2-40B4-BE49-F238E27FC236}">
                <a16:creationId xmlns:a16="http://schemas.microsoft.com/office/drawing/2014/main" id="{915D2ACE-CE76-423C-8162-F0F9C22EF05F}"/>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533A36B7-A822-4C50-B82D-3D88A2D3539F}"/>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5" name="">
            <a:extLst xmlns:a="http://schemas.openxmlformats.org/drawingml/2006/main">
              <a:ext uri="{FF2B5EF4-FFF2-40B4-BE49-F238E27FC236}">
                <a16:creationId xmlns:a16="http://schemas.microsoft.com/office/drawing/2014/main" id="{BD85F309-DA0B-4577-8721-BEEC100E5C6F}"/>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6" name="">
            <a:extLst xmlns:a="http://schemas.openxmlformats.org/drawingml/2006/main">
              <a:ext uri="{FF2B5EF4-FFF2-40B4-BE49-F238E27FC236}">
                <a16:creationId xmlns:a16="http://schemas.microsoft.com/office/drawing/2014/main" id="{647BCFC4-CFF9-46F6-BF32-E911C7D1D14F}"/>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7" name="">
            <a:extLst xmlns:a="http://schemas.openxmlformats.org/drawingml/2006/main">
              <a:ext uri="{FF2B5EF4-FFF2-40B4-BE49-F238E27FC236}">
                <a16:creationId xmlns:a16="http://schemas.microsoft.com/office/drawing/2014/main" id="{D8AFF472-53F3-4730-86FB-3B204B4132AE}"/>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8" name="">
            <a:extLst xmlns:a="http://schemas.openxmlformats.org/drawingml/2006/main">
              <a:ext uri="{FF2B5EF4-FFF2-40B4-BE49-F238E27FC236}">
                <a16:creationId xmlns:a16="http://schemas.microsoft.com/office/drawing/2014/main" id="{618E2348-9308-4FFA-B9FD-1C8A9ECD6D67}"/>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9" name="">
            <a:extLst xmlns:a="http://schemas.openxmlformats.org/drawingml/2006/main">
              <a:ext uri="{FF2B5EF4-FFF2-40B4-BE49-F238E27FC236}">
                <a16:creationId xmlns:a16="http://schemas.microsoft.com/office/drawing/2014/main" id="{2CB54F2D-34B2-44FC-B31C-FA124E3238CA}"/>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sp>
        <p:nvSpPr>
          <p:cNvPr id="10" name="">
            <a:extLst xmlns:a="http://schemas.openxmlformats.org/drawingml/2006/main">
              <a:ext uri="{FF2B5EF4-FFF2-40B4-BE49-F238E27FC236}">
                <a16:creationId xmlns:a16="http://schemas.microsoft.com/office/drawing/2014/main" id="{8DE84F22-D44D-4840-8070-FCB1D2535DFE}"/>
              </a:ext>
            </a:extLst>
          </p:cNvPr>
          <p:cNvSpPr>
            <a:spLocks xmlns:a="http://schemas.openxmlformats.org/drawingml/2006/main" noGrp="1"/>
          </p:cNvSpPr>
          <p:nvPr/>
        </p:nvSpPr>
        <p:spPr>
          <a:xfrm xmlns:a="http://schemas.openxmlformats.org/drawingml/2006/main">
            <a:off x="10521410" y="1571625"/>
            <a:ext cx="78476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הקלט</a:t>
            </a:r>
          </a:p>
        </p:txBody>
      </p:sp>
      <p:sp>
        <p:nvSpPr>
          <p:cNvPr id="11" name="">
            <a:extLst xmlns:a="http://schemas.openxmlformats.org/drawingml/2006/main">
              <a:ext uri="{FF2B5EF4-FFF2-40B4-BE49-F238E27FC236}">
                <a16:creationId xmlns:a16="http://schemas.microsoft.com/office/drawing/2014/main" id="{B7756CA4-0F7C-4FEF-BD0B-3961F323FF3F}"/>
              </a:ext>
            </a:extLst>
          </p:cNvPr>
          <p:cNvSpPr>
            <a:spLocks xmlns:a="http://schemas.openxmlformats.org/drawingml/2006/main" noGrp="1"/>
          </p:cNvSpPr>
          <p:nvPr/>
        </p:nvSpPr>
        <p:spPr>
          <a:xfrm xmlns:a="http://schemas.openxmlformats.org/drawingml/2006/main">
            <a:off x="9848183" y="1571625"/>
            <a:ext cx="60140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כולל</a:t>
            </a:r>
          </a:p>
        </p:txBody>
      </p:sp>
      <p:sp>
        <p:nvSpPr>
          <p:cNvPr id="12" name="">
            <a:extLst xmlns:a="http://schemas.openxmlformats.org/drawingml/2006/main">
              <a:ext uri="{FF2B5EF4-FFF2-40B4-BE49-F238E27FC236}">
                <a16:creationId xmlns:a16="http://schemas.microsoft.com/office/drawing/2014/main" id="{6DBBA5E9-49DB-4AD2-8E75-4406987FA185}"/>
              </a:ext>
            </a:extLst>
          </p:cNvPr>
          <p:cNvSpPr>
            <a:spLocks xmlns:a="http://schemas.openxmlformats.org/drawingml/2006/main" noGrp="1"/>
          </p:cNvSpPr>
          <p:nvPr/>
        </p:nvSpPr>
        <p:spPr>
          <a:xfrm xmlns:a="http://schemas.openxmlformats.org/drawingml/2006/main">
            <a:off x="9046845" y="1571625"/>
            <a:ext cx="72952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תיאור</a:t>
            </a:r>
          </a:p>
        </p:txBody>
      </p:sp>
      <p:sp>
        <p:nvSpPr>
          <p:cNvPr id="13" name="">
            <a:extLst xmlns:a="http://schemas.openxmlformats.org/drawingml/2006/main">
              <a:ext uri="{FF2B5EF4-FFF2-40B4-BE49-F238E27FC236}">
                <a16:creationId xmlns:a16="http://schemas.microsoft.com/office/drawing/2014/main" id="{9603EBAD-A6FA-4430-B01E-95901194CA84}"/>
              </a:ext>
            </a:extLst>
          </p:cNvPr>
          <p:cNvSpPr>
            <a:spLocks xmlns:a="http://schemas.openxmlformats.org/drawingml/2006/main" noGrp="1"/>
          </p:cNvSpPr>
          <p:nvPr/>
        </p:nvSpPr>
        <p:spPr>
          <a:xfrm xmlns:a="http://schemas.openxmlformats.org/drawingml/2006/main">
            <a:off x="8071961" y="1571625"/>
            <a:ext cx="90306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עבודה,</a:t>
            </a:r>
          </a:p>
        </p:txBody>
      </p:sp>
      <p:sp>
        <p:nvSpPr>
          <p:cNvPr id="14" name="">
            <a:extLst xmlns:a="http://schemas.openxmlformats.org/drawingml/2006/main">
              <a:ext uri="{FF2B5EF4-FFF2-40B4-BE49-F238E27FC236}">
                <a16:creationId xmlns:a16="http://schemas.microsoft.com/office/drawing/2014/main" id="{D7BBE636-70ED-4456-945E-B62F9D0CE194}"/>
              </a:ext>
            </a:extLst>
          </p:cNvPr>
          <p:cNvSpPr>
            <a:spLocks xmlns:a="http://schemas.openxmlformats.org/drawingml/2006/main" noGrp="1"/>
          </p:cNvSpPr>
          <p:nvPr/>
        </p:nvSpPr>
        <p:spPr>
          <a:xfrm xmlns:a="http://schemas.openxmlformats.org/drawingml/2006/main">
            <a:off x="7089267" y="1571625"/>
            <a:ext cx="91087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פעולות</a:t>
            </a:r>
          </a:p>
        </p:txBody>
      </p:sp>
      <p:sp>
        <p:nvSpPr>
          <p:cNvPr id="15" name="">
            <a:extLst xmlns:a="http://schemas.openxmlformats.org/drawingml/2006/main">
              <a:ext uri="{FF2B5EF4-FFF2-40B4-BE49-F238E27FC236}">
                <a16:creationId xmlns:a16="http://schemas.microsoft.com/office/drawing/2014/main" id="{FF20CECA-9751-4007-BDB0-B65E8F3CAE95}"/>
              </a:ext>
            </a:extLst>
          </p:cNvPr>
          <p:cNvSpPr>
            <a:spLocks xmlns:a="http://schemas.openxmlformats.org/drawingml/2006/main" noGrp="1"/>
          </p:cNvSpPr>
          <p:nvPr/>
        </p:nvSpPr>
        <p:spPr>
          <a:xfrm xmlns:a="http://schemas.openxmlformats.org/drawingml/2006/main">
            <a:off x="6012275" y="1571625"/>
            <a:ext cx="100517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ותפקיד,</a:t>
            </a:r>
          </a:p>
        </p:txBody>
      </p:sp>
      <p:sp>
        <p:nvSpPr>
          <p:cNvPr id="16" name="">
            <a:extLst xmlns:a="http://schemas.openxmlformats.org/drawingml/2006/main">
              <a:ext uri="{FF2B5EF4-FFF2-40B4-BE49-F238E27FC236}">
                <a16:creationId xmlns:a16="http://schemas.microsoft.com/office/drawing/2014/main" id="{B8E8401C-58B9-4D6A-AA52-E1D68B6602FD}"/>
              </a:ext>
            </a:extLst>
          </p:cNvPr>
          <p:cNvSpPr>
            <a:spLocks xmlns:a="http://schemas.openxmlformats.org/drawingml/2006/main" noGrp="1"/>
          </p:cNvSpPr>
          <p:nvPr/>
        </p:nvSpPr>
        <p:spPr>
          <a:xfrm xmlns:a="http://schemas.openxmlformats.org/drawingml/2006/main">
            <a:off x="5486210" y="1571625"/>
            <a:ext cx="45424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יחד</a:t>
            </a:r>
          </a:p>
        </p:txBody>
      </p:sp>
      <p:sp>
        <p:nvSpPr>
          <p:cNvPr id="17" name="">
            <a:extLst xmlns:a="http://schemas.openxmlformats.org/drawingml/2006/main">
              <a:ext uri="{FF2B5EF4-FFF2-40B4-BE49-F238E27FC236}">
                <a16:creationId xmlns:a16="http://schemas.microsoft.com/office/drawing/2014/main" id="{EC38AFED-B60A-4627-AABE-AF032C108661}"/>
              </a:ext>
            </a:extLst>
          </p:cNvPr>
          <p:cNvSpPr>
            <a:spLocks xmlns:a="http://schemas.openxmlformats.org/drawingml/2006/main" noGrp="1"/>
          </p:cNvSpPr>
          <p:nvPr/>
        </p:nvSpPr>
        <p:spPr>
          <a:xfrm xmlns:a="http://schemas.openxmlformats.org/drawingml/2006/main">
            <a:off x="4998244" y="1571625"/>
            <a:ext cx="41614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עם</a:t>
            </a:r>
          </a:p>
        </p:txBody>
      </p:sp>
      <p:sp>
        <p:nvSpPr>
          <p:cNvPr id="18" name="">
            <a:extLst xmlns:a="http://schemas.openxmlformats.org/drawingml/2006/main">
              <a:ext uri="{FF2B5EF4-FFF2-40B4-BE49-F238E27FC236}">
                <a16:creationId xmlns:a16="http://schemas.microsoft.com/office/drawing/2014/main" id="{EA1FB511-7876-4284-BFEC-4BC7E85351C7}"/>
              </a:ext>
            </a:extLst>
          </p:cNvPr>
          <p:cNvSpPr>
            <a:spLocks xmlns:a="http://schemas.openxmlformats.org/drawingml/2006/main" noGrp="1"/>
          </p:cNvSpPr>
          <p:nvPr/>
        </p:nvSpPr>
        <p:spPr>
          <a:xfrm xmlns:a="http://schemas.openxmlformats.org/drawingml/2006/main">
            <a:off x="3938969" y="1571625"/>
            <a:ext cx="98745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ההקשר</a:t>
            </a:r>
          </a:p>
        </p:txBody>
      </p:sp>
      <p:sp>
        <p:nvSpPr>
          <p:cNvPr id="19" name="">
            <a:extLst xmlns:a="http://schemas.openxmlformats.org/drawingml/2006/main">
              <a:ext uri="{FF2B5EF4-FFF2-40B4-BE49-F238E27FC236}">
                <a16:creationId xmlns:a16="http://schemas.microsoft.com/office/drawing/2014/main" id="{95F04F7A-EDD1-4E5E-A839-F49E846C7784}"/>
              </a:ext>
            </a:extLst>
          </p:cNvPr>
          <p:cNvSpPr>
            <a:spLocks xmlns:a="http://schemas.openxmlformats.org/drawingml/2006/main" noGrp="1"/>
          </p:cNvSpPr>
          <p:nvPr/>
        </p:nvSpPr>
        <p:spPr>
          <a:xfrm xmlns:a="http://schemas.openxmlformats.org/drawingml/2006/main">
            <a:off x="3454622" y="1571625"/>
            <a:ext cx="41252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של</a:t>
            </a:r>
          </a:p>
        </p:txBody>
      </p:sp>
      <p:sp>
        <p:nvSpPr>
          <p:cNvPr id="20" name="">
            <a:extLst xmlns:a="http://schemas.openxmlformats.org/drawingml/2006/main">
              <a:ext uri="{FF2B5EF4-FFF2-40B4-BE49-F238E27FC236}">
                <a16:creationId xmlns:a16="http://schemas.microsoft.com/office/drawing/2014/main" id="{D57B30D7-A282-48E0-BF86-A689C94E2DD7}"/>
              </a:ext>
            </a:extLst>
          </p:cNvPr>
          <p:cNvSpPr>
            <a:spLocks xmlns:a="http://schemas.openxmlformats.org/drawingml/2006/main" noGrp="1"/>
          </p:cNvSpPr>
          <p:nvPr/>
        </p:nvSpPr>
        <p:spPr>
          <a:xfrm xmlns:a="http://schemas.openxmlformats.org/drawingml/2006/main">
            <a:off x="2670905" y="1571625"/>
            <a:ext cx="71189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מקום</a:t>
            </a:r>
          </a:p>
        </p:txBody>
      </p:sp>
      <p:sp>
        <p:nvSpPr>
          <p:cNvPr id="21" name="">
            <a:extLst xmlns:a="http://schemas.openxmlformats.org/drawingml/2006/main">
              <a:ext uri="{FF2B5EF4-FFF2-40B4-BE49-F238E27FC236}">
                <a16:creationId xmlns:a16="http://schemas.microsoft.com/office/drawing/2014/main" id="{6954D596-A706-49C5-A4B5-5777192D3703}"/>
              </a:ext>
            </a:extLst>
          </p:cNvPr>
          <p:cNvSpPr>
            <a:spLocks xmlns:a="http://schemas.openxmlformats.org/drawingml/2006/main" noGrp="1"/>
          </p:cNvSpPr>
          <p:nvPr/>
        </p:nvSpPr>
        <p:spPr>
          <a:xfrm xmlns:a="http://schemas.openxmlformats.org/drawingml/2006/main">
            <a:off x="1600200" y="1571625"/>
            <a:ext cx="99888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העבודה</a:t>
            </a:r>
          </a:p>
        </p:txBody>
      </p:sp>
      <p:sp>
        <p:nvSpPr>
          <p:cNvPr id="22" name="">
            <a:extLst xmlns:a="http://schemas.openxmlformats.org/drawingml/2006/main">
              <a:ext uri="{FF2B5EF4-FFF2-40B4-BE49-F238E27FC236}">
                <a16:creationId xmlns:a16="http://schemas.microsoft.com/office/drawing/2014/main" id="{EDBCDA3A-CFBF-4877-B2CC-C896732DB9B6}"/>
              </a:ext>
            </a:extLst>
          </p:cNvPr>
          <p:cNvSpPr>
            <a:spLocks xmlns:a="http://schemas.openxmlformats.org/drawingml/2006/main" noGrp="1"/>
          </p:cNvSpPr>
          <p:nvPr/>
        </p:nvSpPr>
        <p:spPr>
          <a:xfrm xmlns:a="http://schemas.openxmlformats.org/drawingml/2006/main">
            <a:off x="9970579" y="1957388"/>
            <a:ext cx="133559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והמחלקה.</a:t>
            </a:r>
          </a:p>
        </p:txBody>
      </p:sp>
      <p:sp>
        <p:nvSpPr>
          <p:cNvPr id="23" name="">
            <a:extLst xmlns:a="http://schemas.openxmlformats.org/drawingml/2006/main">
              <a:ext uri="{FF2B5EF4-FFF2-40B4-BE49-F238E27FC236}">
                <a16:creationId xmlns:a16="http://schemas.microsoft.com/office/drawing/2014/main" id="{F516096A-98DA-437F-BAC5-77D215C916DE}"/>
              </a:ext>
            </a:extLst>
          </p:cNvPr>
          <p:cNvSpPr>
            <a:spLocks xmlns:a="http://schemas.openxmlformats.org/drawingml/2006/main" noGrp="1"/>
          </p:cNvSpPr>
          <p:nvPr/>
        </p:nvSpPr>
        <p:spPr>
          <a:xfrm xmlns:a="http://schemas.openxmlformats.org/drawingml/2006/main">
            <a:off x="10224325" y="2857500"/>
            <a:ext cx="1224725"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1">
                <a:solidFill>
                  <a:srgbClr val="245B83"/>
                </a:solidFill>
                <a:latin typeface="DejaVu Sans"/>
                <a:ea typeface="DejaVu Sans"/>
                <a:cs typeface="DejaVu Sans"/>
              </a:defRPr>
            </a:defPPr>
            <a:lvl1pPr algn="ctr">
              <a:defRPr sz="2550" b="1">
                <a:solidFill>
                  <a:srgbClr val="245B83"/>
                </a:solidFill>
                <a:latin typeface="DejaVu Sans"/>
                <a:ea typeface="DejaVu Sans"/>
                <a:cs typeface="DejaVu Sans"/>
              </a:defRPr>
            </a:lvl1pPr>
            <a:lvl2pPr algn="ctr">
              <a:defRPr sz="2550" b="1">
                <a:solidFill>
                  <a:srgbClr val="245B83"/>
                </a:solidFill>
                <a:latin typeface="DejaVu Sans"/>
                <a:ea typeface="DejaVu Sans"/>
                <a:cs typeface="DejaVu Sans"/>
              </a:defRPr>
            </a:lvl2pPr>
            <a:lvl3pPr algn="ctr">
              <a:defRPr sz="2550" b="1">
                <a:solidFill>
                  <a:srgbClr val="245B83"/>
                </a:solidFill>
                <a:latin typeface="DejaVu Sans"/>
                <a:ea typeface="DejaVu Sans"/>
                <a:cs typeface="DejaVu Sans"/>
              </a:defRPr>
            </a:lvl3pPr>
            <a:lvl4pPr algn="ctr">
              <a:defRPr sz="2550" b="1">
                <a:solidFill>
                  <a:srgbClr val="245B83"/>
                </a:solidFill>
                <a:latin typeface="DejaVu Sans"/>
                <a:ea typeface="DejaVu Sans"/>
                <a:cs typeface="DejaVu Sans"/>
              </a:defRPr>
            </a:lvl4pPr>
            <a:lvl5pPr algn="ctr">
              <a:defRPr sz="2550" b="1">
                <a:solidFill>
                  <a:srgbClr val="245B83"/>
                </a:solidFill>
                <a:latin typeface="DejaVu Sans"/>
                <a:ea typeface="DejaVu Sans"/>
                <a:cs typeface="DejaVu Sans"/>
              </a:defRPr>
            </a:lvl5pPr>
            <a:lvl6pPr algn="ctr">
              <a:defRPr sz="2550" b="1">
                <a:solidFill>
                  <a:srgbClr val="245B83"/>
                </a:solidFill>
                <a:latin typeface="DejaVu Sans"/>
                <a:ea typeface="DejaVu Sans"/>
                <a:cs typeface="DejaVu Sans"/>
              </a:defRPr>
            </a:lvl6pPr>
            <a:lvl7pPr algn="ctr">
              <a:defRPr sz="2550" b="1">
                <a:solidFill>
                  <a:srgbClr val="245B83"/>
                </a:solidFill>
                <a:latin typeface="DejaVu Sans"/>
                <a:ea typeface="DejaVu Sans"/>
                <a:cs typeface="DejaVu Sans"/>
              </a:defRPr>
            </a:lvl7pPr>
            <a:lvl8pPr algn="ctr">
              <a:defRPr sz="2550" b="1">
                <a:solidFill>
                  <a:srgbClr val="245B83"/>
                </a:solidFill>
                <a:latin typeface="DejaVu Sans"/>
                <a:ea typeface="DejaVu Sans"/>
                <a:cs typeface="DejaVu Sans"/>
              </a:defRPr>
            </a:lvl8pPr>
            <a:lvl9pPr algn="ctr">
              <a:defRPr sz="2550" b="1">
                <a:solidFill>
                  <a:srgbClr val="245B83"/>
                </a:solidFill>
                <a:latin typeface="DejaVu Sans"/>
                <a:ea typeface="DejaVu Sans"/>
                <a:cs typeface="DejaVu Sans"/>
              </a:defRPr>
            </a:lvl9pPr>
          </a:lstStyle>
          <a:p xmlns:a="http://schemas.openxmlformats.org/drawingml/2006/main">
            <a:pPr algn="ctr">
              <a:defRPr sz="2550" b="1">
                <a:solidFill>
                  <a:srgbClr val="245B83"/>
                </a:solidFill>
                <a:latin typeface="DejaVu Sans"/>
                <a:ea typeface="DejaVu Sans"/>
                <a:cs typeface="DejaVu Sans"/>
              </a:defRPr>
            </a:pPr>
            <a:r>
              <a:rPr sz="2550" b="1">
                <a:solidFill>
                  <a:srgbClr val="245B83"/>
                </a:solidFill>
                <a:latin typeface="DejaVu Sans"/>
                <a:ea typeface="DejaVu Sans"/>
                <a:cs typeface="DejaVu Sans"/>
              </a:rPr>
              <a:t>TF-IDF</a:t>
            </a:r>
          </a:p>
        </p:txBody>
      </p:sp>
      <p:sp>
        <p:nvSpPr>
          <p:cNvPr id="24" name="">
            <a:extLst xmlns:a="http://schemas.openxmlformats.org/drawingml/2006/main">
              <a:ext uri="{FF2B5EF4-FFF2-40B4-BE49-F238E27FC236}">
                <a16:creationId xmlns:a16="http://schemas.microsoft.com/office/drawing/2014/main" id="{6F165573-AEC0-4131-A649-E367229D8107}"/>
              </a:ext>
            </a:extLst>
          </p:cNvPr>
          <p:cNvSpPr>
            <a:spLocks xmlns:a="http://schemas.openxmlformats.org/drawingml/2006/main" noGrp="1"/>
          </p:cNvSpPr>
          <p:nvPr/>
        </p:nvSpPr>
        <p:spPr>
          <a:xfrm xmlns:a="http://schemas.openxmlformats.org/drawingml/2006/main">
            <a:off x="9236488" y="2857500"/>
            <a:ext cx="894112"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1">
                <a:solidFill>
                  <a:srgbClr val="245B83"/>
                </a:solidFill>
                <a:latin typeface="DejaVu Sans"/>
                <a:ea typeface="DejaVu Sans"/>
                <a:cs typeface="DejaVu Sans"/>
              </a:defRPr>
            </a:defPPr>
            <a:lvl1pPr algn="ctr">
              <a:defRPr sz="2550" b="1">
                <a:solidFill>
                  <a:srgbClr val="245B83"/>
                </a:solidFill>
                <a:latin typeface="DejaVu Sans"/>
                <a:ea typeface="DejaVu Sans"/>
                <a:cs typeface="DejaVu Sans"/>
              </a:defRPr>
            </a:lvl1pPr>
            <a:lvl2pPr algn="ctr">
              <a:defRPr sz="2550" b="1">
                <a:solidFill>
                  <a:srgbClr val="245B83"/>
                </a:solidFill>
                <a:latin typeface="DejaVu Sans"/>
                <a:ea typeface="DejaVu Sans"/>
                <a:cs typeface="DejaVu Sans"/>
              </a:defRPr>
            </a:lvl2pPr>
            <a:lvl3pPr algn="ctr">
              <a:defRPr sz="2550" b="1">
                <a:solidFill>
                  <a:srgbClr val="245B83"/>
                </a:solidFill>
                <a:latin typeface="DejaVu Sans"/>
                <a:ea typeface="DejaVu Sans"/>
                <a:cs typeface="DejaVu Sans"/>
              </a:defRPr>
            </a:lvl3pPr>
            <a:lvl4pPr algn="ctr">
              <a:defRPr sz="2550" b="1">
                <a:solidFill>
                  <a:srgbClr val="245B83"/>
                </a:solidFill>
                <a:latin typeface="DejaVu Sans"/>
                <a:ea typeface="DejaVu Sans"/>
                <a:cs typeface="DejaVu Sans"/>
              </a:defRPr>
            </a:lvl4pPr>
            <a:lvl5pPr algn="ctr">
              <a:defRPr sz="2550" b="1">
                <a:solidFill>
                  <a:srgbClr val="245B83"/>
                </a:solidFill>
                <a:latin typeface="DejaVu Sans"/>
                <a:ea typeface="DejaVu Sans"/>
                <a:cs typeface="DejaVu Sans"/>
              </a:defRPr>
            </a:lvl5pPr>
            <a:lvl6pPr algn="ctr">
              <a:defRPr sz="2550" b="1">
                <a:solidFill>
                  <a:srgbClr val="245B83"/>
                </a:solidFill>
                <a:latin typeface="DejaVu Sans"/>
                <a:ea typeface="DejaVu Sans"/>
                <a:cs typeface="DejaVu Sans"/>
              </a:defRPr>
            </a:lvl6pPr>
            <a:lvl7pPr algn="ctr">
              <a:defRPr sz="2550" b="1">
                <a:solidFill>
                  <a:srgbClr val="245B83"/>
                </a:solidFill>
                <a:latin typeface="DejaVu Sans"/>
                <a:ea typeface="DejaVu Sans"/>
                <a:cs typeface="DejaVu Sans"/>
              </a:defRPr>
            </a:lvl7pPr>
            <a:lvl8pPr algn="ctr">
              <a:defRPr sz="2550" b="1">
                <a:solidFill>
                  <a:srgbClr val="245B83"/>
                </a:solidFill>
                <a:latin typeface="DejaVu Sans"/>
                <a:ea typeface="DejaVu Sans"/>
                <a:cs typeface="DejaVu Sans"/>
              </a:defRPr>
            </a:lvl8pPr>
            <a:lvl9pPr algn="ctr">
              <a:defRPr sz="2550" b="1">
                <a:solidFill>
                  <a:srgbClr val="245B83"/>
                </a:solidFill>
                <a:latin typeface="DejaVu Sans"/>
                <a:ea typeface="DejaVu Sans"/>
                <a:cs typeface="DejaVu Sans"/>
              </a:defRPr>
            </a:lvl9pPr>
          </a:lstStyle>
          <a:p xmlns:a="http://schemas.openxmlformats.org/drawingml/2006/main">
            <a:pPr algn="ctr">
              <a:defRPr sz="2550" b="1">
                <a:solidFill>
                  <a:srgbClr val="245B83"/>
                </a:solidFill>
                <a:latin typeface="DejaVu Sans"/>
                <a:ea typeface="DejaVu Sans"/>
                <a:cs typeface="DejaVu Sans"/>
              </a:defRPr>
            </a:pPr>
            <a:r>
              <a:rPr sz="2550" b="1">
                <a:solidFill>
                  <a:srgbClr val="245B83"/>
                </a:solidFill>
                <a:latin typeface="DejaVu Sans"/>
                <a:ea typeface="DejaVu Sans"/>
                <a:cs typeface="DejaVu Sans"/>
              </a:rPr>
              <a:t>מילים</a:t>
            </a:r>
          </a:p>
        </p:txBody>
      </p:sp>
      <p:sp>
        <p:nvSpPr>
          <p:cNvPr id="25" name="">
            <a:extLst xmlns:a="http://schemas.openxmlformats.org/drawingml/2006/main">
              <a:ext uri="{FF2B5EF4-FFF2-40B4-BE49-F238E27FC236}">
                <a16:creationId xmlns:a16="http://schemas.microsoft.com/office/drawing/2014/main" id="{56D4639D-E6F7-4138-9100-FFFFB3CE0C89}"/>
              </a:ext>
            </a:extLst>
          </p:cNvPr>
          <p:cNvSpPr>
            <a:spLocks xmlns:a="http://schemas.openxmlformats.org/drawingml/2006/main" noGrp="1"/>
          </p:cNvSpPr>
          <p:nvPr/>
        </p:nvSpPr>
        <p:spPr>
          <a:xfrm xmlns:a="http://schemas.openxmlformats.org/drawingml/2006/main">
            <a:off x="8269224" y="2857500"/>
            <a:ext cx="873538"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1">
                <a:solidFill>
                  <a:srgbClr val="245B83"/>
                </a:solidFill>
                <a:latin typeface="DejaVu Sans"/>
                <a:ea typeface="DejaVu Sans"/>
                <a:cs typeface="DejaVu Sans"/>
              </a:defRPr>
            </a:defPPr>
            <a:lvl1pPr algn="ctr">
              <a:defRPr sz="2550" b="1">
                <a:solidFill>
                  <a:srgbClr val="245B83"/>
                </a:solidFill>
                <a:latin typeface="DejaVu Sans"/>
                <a:ea typeface="DejaVu Sans"/>
                <a:cs typeface="DejaVu Sans"/>
              </a:defRPr>
            </a:lvl1pPr>
            <a:lvl2pPr algn="ctr">
              <a:defRPr sz="2550" b="1">
                <a:solidFill>
                  <a:srgbClr val="245B83"/>
                </a:solidFill>
                <a:latin typeface="DejaVu Sans"/>
                <a:ea typeface="DejaVu Sans"/>
                <a:cs typeface="DejaVu Sans"/>
              </a:defRPr>
            </a:lvl2pPr>
            <a:lvl3pPr algn="ctr">
              <a:defRPr sz="2550" b="1">
                <a:solidFill>
                  <a:srgbClr val="245B83"/>
                </a:solidFill>
                <a:latin typeface="DejaVu Sans"/>
                <a:ea typeface="DejaVu Sans"/>
                <a:cs typeface="DejaVu Sans"/>
              </a:defRPr>
            </a:lvl3pPr>
            <a:lvl4pPr algn="ctr">
              <a:defRPr sz="2550" b="1">
                <a:solidFill>
                  <a:srgbClr val="245B83"/>
                </a:solidFill>
                <a:latin typeface="DejaVu Sans"/>
                <a:ea typeface="DejaVu Sans"/>
                <a:cs typeface="DejaVu Sans"/>
              </a:defRPr>
            </a:lvl4pPr>
            <a:lvl5pPr algn="ctr">
              <a:defRPr sz="2550" b="1">
                <a:solidFill>
                  <a:srgbClr val="245B83"/>
                </a:solidFill>
                <a:latin typeface="DejaVu Sans"/>
                <a:ea typeface="DejaVu Sans"/>
                <a:cs typeface="DejaVu Sans"/>
              </a:defRPr>
            </a:lvl5pPr>
            <a:lvl6pPr algn="ctr">
              <a:defRPr sz="2550" b="1">
                <a:solidFill>
                  <a:srgbClr val="245B83"/>
                </a:solidFill>
                <a:latin typeface="DejaVu Sans"/>
                <a:ea typeface="DejaVu Sans"/>
                <a:cs typeface="DejaVu Sans"/>
              </a:defRPr>
            </a:lvl6pPr>
            <a:lvl7pPr algn="ctr">
              <a:defRPr sz="2550" b="1">
                <a:solidFill>
                  <a:srgbClr val="245B83"/>
                </a:solidFill>
                <a:latin typeface="DejaVu Sans"/>
                <a:ea typeface="DejaVu Sans"/>
                <a:cs typeface="DejaVu Sans"/>
              </a:defRPr>
            </a:lvl7pPr>
            <a:lvl8pPr algn="ctr">
              <a:defRPr sz="2550" b="1">
                <a:solidFill>
                  <a:srgbClr val="245B83"/>
                </a:solidFill>
                <a:latin typeface="DejaVu Sans"/>
                <a:ea typeface="DejaVu Sans"/>
                <a:cs typeface="DejaVu Sans"/>
              </a:defRPr>
            </a:lvl8pPr>
            <a:lvl9pPr algn="ctr">
              <a:defRPr sz="2550" b="1">
                <a:solidFill>
                  <a:srgbClr val="245B83"/>
                </a:solidFill>
                <a:latin typeface="DejaVu Sans"/>
                <a:ea typeface="DejaVu Sans"/>
                <a:cs typeface="DejaVu Sans"/>
              </a:defRPr>
            </a:lvl9pPr>
          </a:lstStyle>
          <a:p xmlns:a="http://schemas.openxmlformats.org/drawingml/2006/main">
            <a:pPr algn="ctr">
              <a:defRPr sz="2550" b="1">
                <a:solidFill>
                  <a:srgbClr val="245B83"/>
                </a:solidFill>
                <a:latin typeface="DejaVu Sans"/>
                <a:ea typeface="DejaVu Sans"/>
                <a:cs typeface="DejaVu Sans"/>
              </a:defRPr>
            </a:pPr>
            <a:r>
              <a:rPr sz="2550" b="1">
                <a:solidFill>
                  <a:srgbClr val="245B83"/>
                </a:solidFill>
                <a:latin typeface="DejaVu Sans"/>
                <a:ea typeface="DejaVu Sans"/>
                <a:cs typeface="DejaVu Sans"/>
              </a:rPr>
              <a:t>ורצפי</a:t>
            </a:r>
          </a:p>
        </p:txBody>
      </p:sp>
      <p:sp>
        <p:nvSpPr>
          <p:cNvPr id="26" name="">
            <a:extLst xmlns:a="http://schemas.openxmlformats.org/drawingml/2006/main">
              <a:ext uri="{FF2B5EF4-FFF2-40B4-BE49-F238E27FC236}">
                <a16:creationId xmlns:a16="http://schemas.microsoft.com/office/drawing/2014/main" id="{4022EFEC-311C-4AFD-B693-26594072C6AA}"/>
              </a:ext>
            </a:extLst>
          </p:cNvPr>
          <p:cNvSpPr>
            <a:spLocks xmlns:a="http://schemas.openxmlformats.org/drawingml/2006/main" noGrp="1"/>
          </p:cNvSpPr>
          <p:nvPr/>
        </p:nvSpPr>
        <p:spPr>
          <a:xfrm xmlns:a="http://schemas.openxmlformats.org/drawingml/2006/main">
            <a:off x="7363492" y="2857500"/>
            <a:ext cx="812006" cy="4371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550" b="1">
                <a:solidFill>
                  <a:srgbClr val="245B83"/>
                </a:solidFill>
                <a:latin typeface="DejaVu Sans"/>
                <a:ea typeface="DejaVu Sans"/>
                <a:cs typeface="DejaVu Sans"/>
              </a:defRPr>
            </a:defPPr>
            <a:lvl1pPr algn="ctr">
              <a:defRPr sz="2550" b="1">
                <a:solidFill>
                  <a:srgbClr val="245B83"/>
                </a:solidFill>
                <a:latin typeface="DejaVu Sans"/>
                <a:ea typeface="DejaVu Sans"/>
                <a:cs typeface="DejaVu Sans"/>
              </a:defRPr>
            </a:lvl1pPr>
            <a:lvl2pPr algn="ctr">
              <a:defRPr sz="2550" b="1">
                <a:solidFill>
                  <a:srgbClr val="245B83"/>
                </a:solidFill>
                <a:latin typeface="DejaVu Sans"/>
                <a:ea typeface="DejaVu Sans"/>
                <a:cs typeface="DejaVu Sans"/>
              </a:defRPr>
            </a:lvl2pPr>
            <a:lvl3pPr algn="ctr">
              <a:defRPr sz="2550" b="1">
                <a:solidFill>
                  <a:srgbClr val="245B83"/>
                </a:solidFill>
                <a:latin typeface="DejaVu Sans"/>
                <a:ea typeface="DejaVu Sans"/>
                <a:cs typeface="DejaVu Sans"/>
              </a:defRPr>
            </a:lvl3pPr>
            <a:lvl4pPr algn="ctr">
              <a:defRPr sz="2550" b="1">
                <a:solidFill>
                  <a:srgbClr val="245B83"/>
                </a:solidFill>
                <a:latin typeface="DejaVu Sans"/>
                <a:ea typeface="DejaVu Sans"/>
                <a:cs typeface="DejaVu Sans"/>
              </a:defRPr>
            </a:lvl4pPr>
            <a:lvl5pPr algn="ctr">
              <a:defRPr sz="2550" b="1">
                <a:solidFill>
                  <a:srgbClr val="245B83"/>
                </a:solidFill>
                <a:latin typeface="DejaVu Sans"/>
                <a:ea typeface="DejaVu Sans"/>
                <a:cs typeface="DejaVu Sans"/>
              </a:defRPr>
            </a:lvl5pPr>
            <a:lvl6pPr algn="ctr">
              <a:defRPr sz="2550" b="1">
                <a:solidFill>
                  <a:srgbClr val="245B83"/>
                </a:solidFill>
                <a:latin typeface="DejaVu Sans"/>
                <a:ea typeface="DejaVu Sans"/>
                <a:cs typeface="DejaVu Sans"/>
              </a:defRPr>
            </a:lvl6pPr>
            <a:lvl7pPr algn="ctr">
              <a:defRPr sz="2550" b="1">
                <a:solidFill>
                  <a:srgbClr val="245B83"/>
                </a:solidFill>
                <a:latin typeface="DejaVu Sans"/>
                <a:ea typeface="DejaVu Sans"/>
                <a:cs typeface="DejaVu Sans"/>
              </a:defRPr>
            </a:lvl7pPr>
            <a:lvl8pPr algn="ctr">
              <a:defRPr sz="2550" b="1">
                <a:solidFill>
                  <a:srgbClr val="245B83"/>
                </a:solidFill>
                <a:latin typeface="DejaVu Sans"/>
                <a:ea typeface="DejaVu Sans"/>
                <a:cs typeface="DejaVu Sans"/>
              </a:defRPr>
            </a:lvl8pPr>
            <a:lvl9pPr algn="ctr">
              <a:defRPr sz="2550" b="1">
                <a:solidFill>
                  <a:srgbClr val="245B83"/>
                </a:solidFill>
                <a:latin typeface="DejaVu Sans"/>
                <a:ea typeface="DejaVu Sans"/>
                <a:cs typeface="DejaVu Sans"/>
              </a:defRPr>
            </a:lvl9pPr>
          </a:lstStyle>
          <a:p xmlns:a="http://schemas.openxmlformats.org/drawingml/2006/main">
            <a:pPr algn="ctr">
              <a:defRPr sz="2550" b="1">
                <a:solidFill>
                  <a:srgbClr val="245B83"/>
                </a:solidFill>
                <a:latin typeface="DejaVu Sans"/>
                <a:ea typeface="DejaVu Sans"/>
                <a:cs typeface="DejaVu Sans"/>
              </a:defRPr>
            </a:pPr>
            <a:r>
              <a:rPr sz="2550" b="1">
                <a:solidFill>
                  <a:srgbClr val="245B83"/>
                </a:solidFill>
                <a:latin typeface="DejaVu Sans"/>
                <a:ea typeface="DejaVu Sans"/>
                <a:cs typeface="DejaVu Sans"/>
              </a:rPr>
              <a:t>תווים</a:t>
            </a:r>
          </a:p>
        </p:txBody>
      </p:sp>
      <p:sp>
        <p:nvSpPr>
          <p:cNvPr id="27" name="">
            <a:extLst xmlns:a="http://schemas.openxmlformats.org/drawingml/2006/main">
              <a:ext uri="{FF2B5EF4-FFF2-40B4-BE49-F238E27FC236}">
                <a16:creationId xmlns:a16="http://schemas.microsoft.com/office/drawing/2014/main" id="{B69FA6EA-DC63-4735-BC5C-11E2467F889B}"/>
              </a:ext>
            </a:extLst>
          </p:cNvPr>
          <p:cNvSpPr>
            <a:spLocks xmlns:a="http://schemas.openxmlformats.org/drawingml/2006/main" noGrp="1"/>
          </p:cNvSpPr>
          <p:nvPr/>
        </p:nvSpPr>
        <p:spPr>
          <a:xfrm xmlns:a="http://schemas.openxmlformats.org/drawingml/2006/main">
            <a:off x="762000" y="3600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2550" b="1">
                <a:solidFill>
                  <a:srgbClr val="245B83"/>
                </a:solidFill>
                <a:latin typeface="DejaVu Sans"/>
                <a:ea typeface="DejaVu Sans"/>
                <a:cs typeface="DejaVu Sans"/>
              </a:defRPr>
            </a:defPPr>
            <a:lvl1pPr algn="r">
              <a:defRPr sz="2550" b="1">
                <a:solidFill>
                  <a:srgbClr val="245B83"/>
                </a:solidFill>
                <a:latin typeface="DejaVu Sans"/>
                <a:ea typeface="DejaVu Sans"/>
                <a:cs typeface="DejaVu Sans"/>
              </a:defRPr>
            </a:lvl1pPr>
            <a:lvl2pPr algn="r">
              <a:defRPr sz="2550" b="1">
                <a:solidFill>
                  <a:srgbClr val="245B83"/>
                </a:solidFill>
                <a:latin typeface="DejaVu Sans"/>
                <a:ea typeface="DejaVu Sans"/>
                <a:cs typeface="DejaVu Sans"/>
              </a:defRPr>
            </a:lvl2pPr>
            <a:lvl3pPr algn="r">
              <a:defRPr sz="2550" b="1">
                <a:solidFill>
                  <a:srgbClr val="245B83"/>
                </a:solidFill>
                <a:latin typeface="DejaVu Sans"/>
                <a:ea typeface="DejaVu Sans"/>
                <a:cs typeface="DejaVu Sans"/>
              </a:defRPr>
            </a:lvl3pPr>
            <a:lvl4pPr algn="r">
              <a:defRPr sz="2550" b="1">
                <a:solidFill>
                  <a:srgbClr val="245B83"/>
                </a:solidFill>
                <a:latin typeface="DejaVu Sans"/>
                <a:ea typeface="DejaVu Sans"/>
                <a:cs typeface="DejaVu Sans"/>
              </a:defRPr>
            </a:lvl4pPr>
            <a:lvl5pPr algn="r">
              <a:defRPr sz="2550" b="1">
                <a:solidFill>
                  <a:srgbClr val="245B83"/>
                </a:solidFill>
                <a:latin typeface="DejaVu Sans"/>
                <a:ea typeface="DejaVu Sans"/>
                <a:cs typeface="DejaVu Sans"/>
              </a:defRPr>
            </a:lvl5pPr>
            <a:lvl6pPr algn="r">
              <a:defRPr sz="2550" b="1">
                <a:solidFill>
                  <a:srgbClr val="245B83"/>
                </a:solidFill>
                <a:latin typeface="DejaVu Sans"/>
                <a:ea typeface="DejaVu Sans"/>
                <a:cs typeface="DejaVu Sans"/>
              </a:defRPr>
            </a:lvl6pPr>
            <a:lvl7pPr algn="r">
              <a:defRPr sz="2550" b="1">
                <a:solidFill>
                  <a:srgbClr val="245B83"/>
                </a:solidFill>
                <a:latin typeface="DejaVu Sans"/>
                <a:ea typeface="DejaVu Sans"/>
                <a:cs typeface="DejaVu Sans"/>
              </a:defRPr>
            </a:lvl7pPr>
            <a:lvl8pPr algn="r">
              <a:defRPr sz="2550" b="1">
                <a:solidFill>
                  <a:srgbClr val="245B83"/>
                </a:solidFill>
                <a:latin typeface="DejaVu Sans"/>
                <a:ea typeface="DejaVu Sans"/>
                <a:cs typeface="DejaVu Sans"/>
              </a:defRPr>
            </a:lvl8pPr>
            <a:lvl9pPr algn="r">
              <a:defRPr sz="2550" b="1">
                <a:solidFill>
                  <a:srgbClr val="245B83"/>
                </a:solidFill>
                <a:latin typeface="DejaVu Sans"/>
                <a:ea typeface="DejaVu Sans"/>
                <a:cs typeface="DejaVu Sans"/>
              </a:defRPr>
            </a:lvl9pPr>
          </a:lstStyle>
          <a:p xmlns:a="http://schemas.openxmlformats.org/drawingml/2006/main">
            <a:pPr algn="r">
              <a:defRPr sz="2550" b="1">
                <a:solidFill>
                  <a:srgbClr val="245B83"/>
                </a:solidFill>
                <a:latin typeface="DejaVu Sans"/>
                <a:ea typeface="DejaVu Sans"/>
                <a:cs typeface="DejaVu Sans"/>
              </a:defRPr>
            </a:pPr>
            <a:r>
              <a:rPr sz="2550" b="1">
                <a:solidFill>
                  <a:srgbClr val="245B83"/>
                </a:solidFill>
                <a:latin typeface="DejaVu Sans"/>
                <a:ea typeface="DejaVu Sans"/>
                <a:cs typeface="DejaVu Sans"/>
              </a:rPr>
              <a:t>LinearSVC</a:t>
            </a:r>
          </a:p>
        </p:txBody>
      </p:sp>
      <p:sp>
        <p:nvSpPr>
          <p:cNvPr id="28" name="">
            <a:extLst xmlns:a="http://schemas.openxmlformats.org/drawingml/2006/main">
              <a:ext uri="{FF2B5EF4-FFF2-40B4-BE49-F238E27FC236}">
                <a16:creationId xmlns:a16="http://schemas.microsoft.com/office/drawing/2014/main" id="{26B4131A-5706-41BE-8F36-26861FAA913D}"/>
              </a:ext>
            </a:extLst>
          </p:cNvPr>
          <p:cNvSpPr>
            <a:spLocks xmlns:a="http://schemas.openxmlformats.org/drawingml/2006/main" noGrp="1"/>
          </p:cNvSpPr>
          <p:nvPr/>
        </p:nvSpPr>
        <p:spPr>
          <a:xfrm xmlns:a="http://schemas.openxmlformats.org/drawingml/2006/main">
            <a:off x="10507408" y="4476750"/>
            <a:ext cx="798767"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המודל</a:t>
            </a:r>
          </a:p>
        </p:txBody>
      </p:sp>
      <p:sp>
        <p:nvSpPr>
          <p:cNvPr id="29" name="">
            <a:extLst xmlns:a="http://schemas.openxmlformats.org/drawingml/2006/main">
              <a:ext uri="{FF2B5EF4-FFF2-40B4-BE49-F238E27FC236}">
                <a16:creationId xmlns:a16="http://schemas.microsoft.com/office/drawing/2014/main" id="{921041AA-3E95-47C3-A8B4-1B59C30FCAD9}"/>
              </a:ext>
            </a:extLst>
          </p:cNvPr>
          <p:cNvSpPr>
            <a:spLocks xmlns:a="http://schemas.openxmlformats.org/drawingml/2006/main" noGrp="1"/>
          </p:cNvSpPr>
          <p:nvPr/>
        </p:nvSpPr>
        <p:spPr>
          <a:xfrm xmlns:a="http://schemas.openxmlformats.org/drawingml/2006/main">
            <a:off x="9773126" y="4476750"/>
            <a:ext cx="665512"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מפיק</a:t>
            </a:r>
          </a:p>
        </p:txBody>
      </p:sp>
      <p:sp>
        <p:nvSpPr>
          <p:cNvPr id="30" name="">
            <a:extLst xmlns:a="http://schemas.openxmlformats.org/drawingml/2006/main">
              <a:ext uri="{FF2B5EF4-FFF2-40B4-BE49-F238E27FC236}">
                <a16:creationId xmlns:a16="http://schemas.microsoft.com/office/drawing/2014/main" id="{EB84DEC4-A971-429B-8C55-A1A1ACB07E20}"/>
              </a:ext>
            </a:extLst>
          </p:cNvPr>
          <p:cNvSpPr>
            <a:spLocks xmlns:a="http://schemas.openxmlformats.org/drawingml/2006/main" noGrp="1"/>
          </p:cNvSpPr>
          <p:nvPr/>
        </p:nvSpPr>
        <p:spPr>
          <a:xfrm xmlns:a="http://schemas.openxmlformats.org/drawingml/2006/main">
            <a:off x="8882634" y="4476750"/>
            <a:ext cx="821722"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הצעות</a:t>
            </a:r>
          </a:p>
        </p:txBody>
      </p:sp>
      <p:sp>
        <p:nvSpPr>
          <p:cNvPr id="31" name="">
            <a:extLst xmlns:a="http://schemas.openxmlformats.org/drawingml/2006/main">
              <a:ext uri="{FF2B5EF4-FFF2-40B4-BE49-F238E27FC236}">
                <a16:creationId xmlns:a16="http://schemas.microsoft.com/office/drawing/2014/main" id="{DA8FA89D-2F1E-4750-89BE-2B122AACD831}"/>
              </a:ext>
            </a:extLst>
          </p:cNvPr>
          <p:cNvSpPr>
            <a:spLocks xmlns:a="http://schemas.openxmlformats.org/drawingml/2006/main" noGrp="1"/>
          </p:cNvSpPr>
          <p:nvPr/>
        </p:nvSpPr>
        <p:spPr>
          <a:xfrm xmlns:a="http://schemas.openxmlformats.org/drawingml/2006/main">
            <a:off x="8173498" y="4476750"/>
            <a:ext cx="640366"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מתוך</a:t>
            </a:r>
          </a:p>
        </p:txBody>
      </p:sp>
      <p:sp>
        <p:nvSpPr>
          <p:cNvPr id="32" name="">
            <a:extLst xmlns:a="http://schemas.openxmlformats.org/drawingml/2006/main">
              <a:ext uri="{FF2B5EF4-FFF2-40B4-BE49-F238E27FC236}">
                <a16:creationId xmlns:a16="http://schemas.microsoft.com/office/drawing/2014/main" id="{2630B21D-535F-400B-A8AB-82D1D0D5E28F}"/>
              </a:ext>
            </a:extLst>
          </p:cNvPr>
          <p:cNvSpPr>
            <a:spLocks xmlns:a="http://schemas.openxmlformats.org/drawingml/2006/main" noGrp="1"/>
          </p:cNvSpPr>
          <p:nvPr/>
        </p:nvSpPr>
        <p:spPr>
          <a:xfrm xmlns:a="http://schemas.openxmlformats.org/drawingml/2006/main">
            <a:off x="7209568" y="4476750"/>
            <a:ext cx="89516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הקודים</a:t>
            </a:r>
          </a:p>
        </p:txBody>
      </p:sp>
      <p:sp>
        <p:nvSpPr>
          <p:cNvPr id="33" name="">
            <a:extLst xmlns:a="http://schemas.openxmlformats.org/drawingml/2006/main">
              <a:ext uri="{FF2B5EF4-FFF2-40B4-BE49-F238E27FC236}">
                <a16:creationId xmlns:a16="http://schemas.microsoft.com/office/drawing/2014/main" id="{DBC017A3-A940-44F5-9ED9-237C135BBCDE}"/>
              </a:ext>
            </a:extLst>
          </p:cNvPr>
          <p:cNvSpPr>
            <a:spLocks xmlns:a="http://schemas.openxmlformats.org/drawingml/2006/main" noGrp="1"/>
          </p:cNvSpPr>
          <p:nvPr/>
        </p:nvSpPr>
        <p:spPr>
          <a:xfrm xmlns:a="http://schemas.openxmlformats.org/drawingml/2006/main">
            <a:off x="6314313" y="4476750"/>
            <a:ext cx="826484"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שלמד.</a:t>
            </a:r>
          </a:p>
        </p:txBody>
      </p:sp>
      <p:sp>
        <p:nvSpPr>
          <p:cNvPr id="34" name="">
            <a:extLst xmlns:a="http://schemas.openxmlformats.org/drawingml/2006/main">
              <a:ext uri="{FF2B5EF4-FFF2-40B4-BE49-F238E27FC236}">
                <a16:creationId xmlns:a16="http://schemas.microsoft.com/office/drawing/2014/main" id="{ECEAD70F-CD16-4249-8A56-E155F25BEDBC}"/>
              </a:ext>
            </a:extLst>
          </p:cNvPr>
          <p:cNvSpPr>
            <a:spLocks xmlns:a="http://schemas.openxmlformats.org/drawingml/2006/main" noGrp="1"/>
          </p:cNvSpPr>
          <p:nvPr/>
        </p:nvSpPr>
        <p:spPr>
          <a:xfrm xmlns:a="http://schemas.openxmlformats.org/drawingml/2006/main">
            <a:off x="5777484" y="4476750"/>
            <a:ext cx="468058"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גיל,</a:t>
            </a:r>
          </a:p>
        </p:txBody>
      </p:sp>
      <p:sp>
        <p:nvSpPr>
          <p:cNvPr id="35" name="">
            <a:extLst xmlns:a="http://schemas.openxmlformats.org/drawingml/2006/main">
              <a:ext uri="{FF2B5EF4-FFF2-40B4-BE49-F238E27FC236}">
                <a16:creationId xmlns:a16="http://schemas.microsoft.com/office/drawing/2014/main" id="{1108BA2E-E2FF-4C4E-9654-896D68E3583B}"/>
              </a:ext>
            </a:extLst>
          </p:cNvPr>
          <p:cNvSpPr>
            <a:spLocks xmlns:a="http://schemas.openxmlformats.org/drawingml/2006/main" noGrp="1"/>
          </p:cNvSpPr>
          <p:nvPr/>
        </p:nvSpPr>
        <p:spPr>
          <a:xfrm xmlns:a="http://schemas.openxmlformats.org/drawingml/2006/main">
            <a:off x="5019103" y="4476750"/>
            <a:ext cx="68961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יישוב,</a:t>
            </a:r>
          </a:p>
        </p:txBody>
      </p:sp>
      <p:sp>
        <p:nvSpPr>
          <p:cNvPr id="36" name="">
            <a:extLst xmlns:a="http://schemas.openxmlformats.org/drawingml/2006/main">
              <a:ext uri="{FF2B5EF4-FFF2-40B4-BE49-F238E27FC236}">
                <a16:creationId xmlns:a16="http://schemas.microsoft.com/office/drawing/2014/main" id="{8EAF48E8-419F-4F17-AACE-6B8C84EE43D3}"/>
              </a:ext>
            </a:extLst>
          </p:cNvPr>
          <p:cNvSpPr>
            <a:spLocks xmlns:a="http://schemas.openxmlformats.org/drawingml/2006/main" noGrp="1"/>
          </p:cNvSpPr>
          <p:nvPr/>
        </p:nvSpPr>
        <p:spPr>
          <a:xfrm xmlns:a="http://schemas.openxmlformats.org/drawingml/2006/main">
            <a:off x="4258532" y="4476750"/>
            <a:ext cx="691801"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מזהה</a:t>
            </a:r>
          </a:p>
        </p:txBody>
      </p:sp>
      <p:sp>
        <p:nvSpPr>
          <p:cNvPr id="37" name="">
            <a:extLst xmlns:a="http://schemas.openxmlformats.org/drawingml/2006/main">
              <a:ext uri="{FF2B5EF4-FFF2-40B4-BE49-F238E27FC236}">
                <a16:creationId xmlns:a16="http://schemas.microsoft.com/office/drawing/2014/main" id="{DD07DFEC-FAD7-4FE4-8537-19CD09CCE5F4}"/>
              </a:ext>
            </a:extLst>
          </p:cNvPr>
          <p:cNvSpPr>
            <a:spLocks xmlns:a="http://schemas.openxmlformats.org/drawingml/2006/main" noGrp="1"/>
          </p:cNvSpPr>
          <p:nvPr/>
        </p:nvSpPr>
        <p:spPr>
          <a:xfrm xmlns:a="http://schemas.openxmlformats.org/drawingml/2006/main">
            <a:off x="3347180" y="4476750"/>
            <a:ext cx="842581"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רשומה</a:t>
            </a:r>
          </a:p>
        </p:txBody>
      </p:sp>
      <p:sp>
        <p:nvSpPr>
          <p:cNvPr id="38" name="">
            <a:extLst xmlns:a="http://schemas.openxmlformats.org/drawingml/2006/main">
              <a:ext uri="{FF2B5EF4-FFF2-40B4-BE49-F238E27FC236}">
                <a16:creationId xmlns:a16="http://schemas.microsoft.com/office/drawing/2014/main" id="{72A175B8-0B22-40AE-96D2-AB6F8E0C648C}"/>
              </a:ext>
            </a:extLst>
          </p:cNvPr>
          <p:cNvSpPr>
            <a:spLocks xmlns:a="http://schemas.openxmlformats.org/drawingml/2006/main" noGrp="1"/>
          </p:cNvSpPr>
          <p:nvPr/>
        </p:nvSpPr>
        <p:spPr>
          <a:xfrm xmlns:a="http://schemas.openxmlformats.org/drawingml/2006/main">
            <a:off x="2671763" y="4476750"/>
            <a:ext cx="606647"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וקודי</a:t>
            </a:r>
          </a:p>
        </p:txBody>
      </p:sp>
      <p:sp>
        <p:nvSpPr>
          <p:cNvPr id="39" name="">
            <a:extLst xmlns:a="http://schemas.openxmlformats.org/drawingml/2006/main">
              <a:ext uri="{FF2B5EF4-FFF2-40B4-BE49-F238E27FC236}">
                <a16:creationId xmlns:a16="http://schemas.microsoft.com/office/drawing/2014/main" id="{E382E32D-7B27-46DE-9B14-2A12BD4DB6B6}"/>
              </a:ext>
            </a:extLst>
          </p:cNvPr>
          <p:cNvSpPr>
            <a:spLocks xmlns:a="http://schemas.openxmlformats.org/drawingml/2006/main" noGrp="1"/>
          </p:cNvSpPr>
          <p:nvPr/>
        </p:nvSpPr>
        <p:spPr>
          <a:xfrm xmlns:a="http://schemas.openxmlformats.org/drawingml/2006/main">
            <a:off x="1869567" y="4476750"/>
            <a:ext cx="733425"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הסיווג</a:t>
            </a:r>
          </a:p>
        </p:txBody>
      </p:sp>
      <p:sp>
        <p:nvSpPr>
          <p:cNvPr id="40" name="">
            <a:extLst xmlns:a="http://schemas.openxmlformats.org/drawingml/2006/main">
              <a:ext uri="{FF2B5EF4-FFF2-40B4-BE49-F238E27FC236}">
                <a16:creationId xmlns:a16="http://schemas.microsoft.com/office/drawing/2014/main" id="{AC9D2114-5C16-46AC-915B-91C3A789C84C}"/>
              </a:ext>
            </a:extLst>
          </p:cNvPr>
          <p:cNvSpPr>
            <a:spLocks xmlns:a="http://schemas.openxmlformats.org/drawingml/2006/main" noGrp="1"/>
          </p:cNvSpPr>
          <p:nvPr/>
        </p:nvSpPr>
        <p:spPr>
          <a:xfrm xmlns:a="http://schemas.openxmlformats.org/drawingml/2006/main">
            <a:off x="1212818" y="4476750"/>
            <a:ext cx="587978"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אינם</a:t>
            </a:r>
          </a:p>
        </p:txBody>
      </p:sp>
      <p:sp>
        <p:nvSpPr>
          <p:cNvPr id="41" name="">
            <a:extLst xmlns:a="http://schemas.openxmlformats.org/drawingml/2006/main">
              <a:ext uri="{FF2B5EF4-FFF2-40B4-BE49-F238E27FC236}">
                <a16:creationId xmlns:a16="http://schemas.microsoft.com/office/drawing/2014/main" id="{43452CD4-906C-4D80-8E28-74925805A7FD}"/>
              </a:ext>
            </a:extLst>
          </p:cNvPr>
          <p:cNvSpPr>
            <a:spLocks xmlns:a="http://schemas.openxmlformats.org/drawingml/2006/main" noGrp="1"/>
          </p:cNvSpPr>
          <p:nvPr/>
        </p:nvSpPr>
        <p:spPr>
          <a:xfrm xmlns:a="http://schemas.openxmlformats.org/drawingml/2006/main">
            <a:off x="10638663" y="4849654"/>
            <a:ext cx="667512"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0">
                <a:solidFill>
                  <a:srgbClr val="173654"/>
                </a:solidFill>
                <a:latin typeface="DejaVu Sans"/>
                <a:ea typeface="DejaVu Sans"/>
                <a:cs typeface="DejaVu Sans"/>
              </a:defRPr>
            </a:defPPr>
            <a:lvl1pPr algn="ctr">
              <a:defRPr sz="2175" b="0">
                <a:solidFill>
                  <a:srgbClr val="173654"/>
                </a:solidFill>
                <a:latin typeface="DejaVu Sans"/>
                <a:ea typeface="DejaVu Sans"/>
                <a:cs typeface="DejaVu Sans"/>
              </a:defRPr>
            </a:lvl1pPr>
            <a:lvl2pPr algn="ctr">
              <a:defRPr sz="2175" b="0">
                <a:solidFill>
                  <a:srgbClr val="173654"/>
                </a:solidFill>
                <a:latin typeface="DejaVu Sans"/>
                <a:ea typeface="DejaVu Sans"/>
                <a:cs typeface="DejaVu Sans"/>
              </a:defRPr>
            </a:lvl2pPr>
            <a:lvl3pPr algn="ctr">
              <a:defRPr sz="2175" b="0">
                <a:solidFill>
                  <a:srgbClr val="173654"/>
                </a:solidFill>
                <a:latin typeface="DejaVu Sans"/>
                <a:ea typeface="DejaVu Sans"/>
                <a:cs typeface="DejaVu Sans"/>
              </a:defRPr>
            </a:lvl3pPr>
            <a:lvl4pPr algn="ctr">
              <a:defRPr sz="2175" b="0">
                <a:solidFill>
                  <a:srgbClr val="173654"/>
                </a:solidFill>
                <a:latin typeface="DejaVu Sans"/>
                <a:ea typeface="DejaVu Sans"/>
                <a:cs typeface="DejaVu Sans"/>
              </a:defRPr>
            </a:lvl4pPr>
            <a:lvl5pPr algn="ctr">
              <a:defRPr sz="2175" b="0">
                <a:solidFill>
                  <a:srgbClr val="173654"/>
                </a:solidFill>
                <a:latin typeface="DejaVu Sans"/>
                <a:ea typeface="DejaVu Sans"/>
                <a:cs typeface="DejaVu Sans"/>
              </a:defRPr>
            </a:lvl5pPr>
            <a:lvl6pPr algn="ctr">
              <a:defRPr sz="2175" b="0">
                <a:solidFill>
                  <a:srgbClr val="173654"/>
                </a:solidFill>
                <a:latin typeface="DejaVu Sans"/>
                <a:ea typeface="DejaVu Sans"/>
                <a:cs typeface="DejaVu Sans"/>
              </a:defRPr>
            </a:lvl6pPr>
            <a:lvl7pPr algn="ctr">
              <a:defRPr sz="2175" b="0">
                <a:solidFill>
                  <a:srgbClr val="173654"/>
                </a:solidFill>
                <a:latin typeface="DejaVu Sans"/>
                <a:ea typeface="DejaVu Sans"/>
                <a:cs typeface="DejaVu Sans"/>
              </a:defRPr>
            </a:lvl7pPr>
            <a:lvl8pPr algn="ctr">
              <a:defRPr sz="2175" b="0">
                <a:solidFill>
                  <a:srgbClr val="173654"/>
                </a:solidFill>
                <a:latin typeface="DejaVu Sans"/>
                <a:ea typeface="DejaVu Sans"/>
                <a:cs typeface="DejaVu Sans"/>
              </a:defRPr>
            </a:lvl8pPr>
            <a:lvl9pPr algn="ctr">
              <a:defRPr sz="2175" b="0">
                <a:solidFill>
                  <a:srgbClr val="173654"/>
                </a:solidFill>
                <a:latin typeface="DejaVu Sans"/>
                <a:ea typeface="DejaVu Sans"/>
                <a:cs typeface="DejaVu Sans"/>
              </a:defRPr>
            </a:lvl9pPr>
          </a:lstStyle>
          <a:p xmlns:a="http://schemas.openxmlformats.org/drawingml/2006/main">
            <a:pPr algn="ctr">
              <a:defRPr sz="2175" b="0">
                <a:solidFill>
                  <a:srgbClr val="173654"/>
                </a:solidFill>
                <a:latin typeface="DejaVu Sans"/>
                <a:ea typeface="DejaVu Sans"/>
                <a:cs typeface="DejaVu Sans"/>
              </a:defRPr>
            </a:pPr>
            <a:r>
              <a:rPr sz="2175" b="0">
                <a:solidFill>
                  <a:srgbClr val="173654"/>
                </a:solidFill>
                <a:latin typeface="DejaVu Sans"/>
                <a:ea typeface="DejaVu Sans"/>
                <a:cs typeface="DejaVu Sans"/>
              </a:rPr>
              <a:t>קלט.</a:t>
            </a:r>
          </a:p>
        </p:txBody>
      </p:sp>
    </p:spTree>
    <p:extLst>
      <p:ext uri="{BB962C8B-B14F-4D97-AF65-F5344CB8AC3E}">
        <p14:creationId xmlns:p14="http://schemas.microsoft.com/office/powerpoint/2010/main" val="766667924"/>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3F0631BE-23D3-4454-87A0-3C1F7EAFD29F}"/>
              </a:ext>
            </a:extLst>
          </p:cNvPr>
          <p:cNvSpPr>
            <a:spLocks xmlns:a="http://schemas.openxmlformats.org/drawingml/2006/main" noGrp="1"/>
          </p:cNvSpPr>
          <p:nvPr/>
        </p:nvSpPr>
        <p:spPr>
          <a:xfrm xmlns:a="http://schemas.openxmlformats.org/drawingml/2006/main">
            <a:off x="10274808" y="476250"/>
            <a:ext cx="1269492"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בדיקה</a:t>
            </a:r>
          </a:p>
        </p:txBody>
      </p:sp>
      <p:sp>
        <p:nvSpPr>
          <p:cNvPr id="2" name="">
            <a:extLst xmlns:a="http://schemas.openxmlformats.org/drawingml/2006/main">
              <a:ext uri="{FF2B5EF4-FFF2-40B4-BE49-F238E27FC236}">
                <a16:creationId xmlns:a16="http://schemas.microsoft.com/office/drawing/2014/main" id="{B7CFC581-1FCB-4827-91BD-989EEBA26DF2}"/>
              </a:ext>
            </a:extLst>
          </p:cNvPr>
          <p:cNvSpPr>
            <a:spLocks xmlns:a="http://schemas.openxmlformats.org/drawingml/2006/main" noGrp="1"/>
          </p:cNvSpPr>
          <p:nvPr/>
        </p:nvSpPr>
        <p:spPr>
          <a:xfrm xmlns:a="http://schemas.openxmlformats.org/drawingml/2006/main">
            <a:off x="8293513" y="476250"/>
            <a:ext cx="1854422"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שמפרידה</a:t>
            </a:r>
          </a:p>
        </p:txBody>
      </p:sp>
      <p:sp>
        <p:nvSpPr>
          <p:cNvPr id="3" name="">
            <a:extLst xmlns:a="http://schemas.openxmlformats.org/drawingml/2006/main">
              <a:ext uri="{FF2B5EF4-FFF2-40B4-BE49-F238E27FC236}">
                <a16:creationId xmlns:a16="http://schemas.microsoft.com/office/drawing/2014/main" id="{0B48EA01-B9AC-40E9-B6D9-57FBDC903FB4}"/>
              </a:ext>
            </a:extLst>
          </p:cNvPr>
          <p:cNvSpPr>
            <a:spLocks xmlns:a="http://schemas.openxmlformats.org/drawingml/2006/main" noGrp="1"/>
          </p:cNvSpPr>
          <p:nvPr/>
        </p:nvSpPr>
        <p:spPr>
          <a:xfrm xmlns:a="http://schemas.openxmlformats.org/drawingml/2006/main">
            <a:off x="7596188" y="476250"/>
            <a:ext cx="570452"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בין</a:t>
            </a:r>
          </a:p>
        </p:txBody>
      </p:sp>
      <p:sp>
        <p:nvSpPr>
          <p:cNvPr id="4" name="">
            <a:extLst xmlns:a="http://schemas.openxmlformats.org/drawingml/2006/main">
              <a:ext uri="{FF2B5EF4-FFF2-40B4-BE49-F238E27FC236}">
                <a16:creationId xmlns:a16="http://schemas.microsoft.com/office/drawing/2014/main" id="{BCF2D989-6315-4C4F-80C1-6DAC38871BF1}"/>
              </a:ext>
            </a:extLst>
          </p:cNvPr>
          <p:cNvSpPr>
            <a:spLocks xmlns:a="http://schemas.openxmlformats.org/drawingml/2006/main" noGrp="1"/>
          </p:cNvSpPr>
          <p:nvPr/>
        </p:nvSpPr>
        <p:spPr>
          <a:xfrm xmlns:a="http://schemas.openxmlformats.org/drawingml/2006/main">
            <a:off x="6187345" y="476250"/>
            <a:ext cx="1281970"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תיאורי</a:t>
            </a:r>
          </a:p>
        </p:txBody>
      </p:sp>
      <p:sp>
        <p:nvSpPr>
          <p:cNvPr id="5" name="">
            <a:extLst xmlns:a="http://schemas.openxmlformats.org/drawingml/2006/main">
              <a:ext uri="{FF2B5EF4-FFF2-40B4-BE49-F238E27FC236}">
                <a16:creationId xmlns:a16="http://schemas.microsoft.com/office/drawing/2014/main" id="{D3FBFAB7-19EC-42A4-9EBB-9BC3363B4B38}"/>
              </a:ext>
            </a:extLst>
          </p:cNvPr>
          <p:cNvSpPr>
            <a:spLocks xmlns:a="http://schemas.openxmlformats.org/drawingml/2006/main" noGrp="1"/>
          </p:cNvSpPr>
          <p:nvPr/>
        </p:nvSpPr>
        <p:spPr>
          <a:xfrm xmlns:a="http://schemas.openxmlformats.org/drawingml/2006/main">
            <a:off x="4772501" y="476250"/>
            <a:ext cx="1287971"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תפקיד</a:t>
            </a:r>
          </a:p>
        </p:txBody>
      </p:sp>
      <p:sp>
        <p:nvSpPr>
          <p:cNvPr id="6" name="">
            <a:extLst xmlns:a="http://schemas.openxmlformats.org/drawingml/2006/main">
              <a:ext uri="{FF2B5EF4-FFF2-40B4-BE49-F238E27FC236}">
                <a16:creationId xmlns:a16="http://schemas.microsoft.com/office/drawing/2014/main" id="{58F88E66-F079-4A5D-94F5-3D1BC7714B3E}"/>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06</a:t>
            </a:r>
          </a:p>
        </p:txBody>
      </p:sp>
      <p:sp>
        <p:nvSpPr>
          <p:cNvPr id="7" name="">
            <a:extLst xmlns:a="http://schemas.openxmlformats.org/drawingml/2006/main">
              <a:ext uri="{FF2B5EF4-FFF2-40B4-BE49-F238E27FC236}">
                <a16:creationId xmlns:a16="http://schemas.microsoft.com/office/drawing/2014/main" id="{2F2E845C-AF4E-4C33-8F8E-5098AD6F6B49}"/>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8" name="">
            <a:extLst xmlns:a="http://schemas.openxmlformats.org/drawingml/2006/main">
              <a:ext uri="{FF2B5EF4-FFF2-40B4-BE49-F238E27FC236}">
                <a16:creationId xmlns:a16="http://schemas.microsoft.com/office/drawing/2014/main" id="{32FC7671-4F76-45A2-B043-AB437D33ED2F}"/>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9" name="">
            <a:extLst xmlns:a="http://schemas.openxmlformats.org/drawingml/2006/main">
              <a:ext uri="{FF2B5EF4-FFF2-40B4-BE49-F238E27FC236}">
                <a16:creationId xmlns:a16="http://schemas.microsoft.com/office/drawing/2014/main" id="{AD363B43-5312-4426-8B09-F2DA67D150A7}"/>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F6ED1934-CFBE-4C72-9014-D6F831750F52}"/>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11" name="">
            <a:extLst xmlns:a="http://schemas.openxmlformats.org/drawingml/2006/main">
              <a:ext uri="{FF2B5EF4-FFF2-40B4-BE49-F238E27FC236}">
                <a16:creationId xmlns:a16="http://schemas.microsoft.com/office/drawing/2014/main" id="{436E484D-376D-4062-B99B-30B9DDF06DCC}"/>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12" name="">
            <a:extLst xmlns:a="http://schemas.openxmlformats.org/drawingml/2006/main">
              <a:ext uri="{FF2B5EF4-FFF2-40B4-BE49-F238E27FC236}">
                <a16:creationId xmlns:a16="http://schemas.microsoft.com/office/drawing/2014/main" id="{458A29ED-7D9D-4573-8B24-BDE66105260B}"/>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sp>
        <p:nvSpPr>
          <p:cNvPr id="13" name="">
            <a:extLst xmlns:a="http://schemas.openxmlformats.org/drawingml/2006/main">
              <a:ext uri="{FF2B5EF4-FFF2-40B4-BE49-F238E27FC236}">
                <a16:creationId xmlns:a16="http://schemas.microsoft.com/office/drawing/2014/main" id="{B27D936E-5B38-4013-9934-B620593A6540}"/>
              </a:ext>
            </a:extLst>
          </p:cNvPr>
          <p:cNvSpPr>
            <a:spLocks xmlns:a="http://schemas.openxmlformats.org/drawingml/2006/main" noGrp="1"/>
          </p:cNvSpPr>
          <p:nvPr/>
        </p:nvSpPr>
        <p:spPr>
          <a:xfrm xmlns:a="http://schemas.openxmlformats.org/drawingml/2006/main">
            <a:off x="10424731" y="1524000"/>
            <a:ext cx="8814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חמישה</a:t>
            </a:r>
          </a:p>
        </p:txBody>
      </p:sp>
      <p:sp>
        <p:nvSpPr>
          <p:cNvPr id="14" name="">
            <a:extLst xmlns:a="http://schemas.openxmlformats.org/drawingml/2006/main">
              <a:ext uri="{FF2B5EF4-FFF2-40B4-BE49-F238E27FC236}">
                <a16:creationId xmlns:a16="http://schemas.microsoft.com/office/drawing/2014/main" id="{4DC8A1DE-DE2C-4F46-AE55-7CB816AFF656}"/>
              </a:ext>
            </a:extLst>
          </p:cNvPr>
          <p:cNvSpPr>
            <a:spLocks xmlns:a="http://schemas.openxmlformats.org/drawingml/2006/main" noGrp="1"/>
          </p:cNvSpPr>
          <p:nvPr/>
        </p:nvSpPr>
        <p:spPr>
          <a:xfrm xmlns:a="http://schemas.openxmlformats.org/drawingml/2006/main">
            <a:off x="9508141" y="1524000"/>
            <a:ext cx="84477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קפלים</a:t>
            </a:r>
          </a:p>
        </p:txBody>
      </p:sp>
      <p:sp>
        <p:nvSpPr>
          <p:cNvPr id="15" name="">
            <a:extLst xmlns:a="http://schemas.openxmlformats.org/drawingml/2006/main">
              <a:ext uri="{FF2B5EF4-FFF2-40B4-BE49-F238E27FC236}">
                <a16:creationId xmlns:a16="http://schemas.microsoft.com/office/drawing/2014/main" id="{799FA7A8-2E92-441E-8AF9-C6EAE67AD436}"/>
              </a:ext>
            </a:extLst>
          </p:cNvPr>
          <p:cNvSpPr>
            <a:spLocks xmlns:a="http://schemas.openxmlformats.org/drawingml/2006/main" noGrp="1"/>
          </p:cNvSpPr>
          <p:nvPr/>
        </p:nvSpPr>
        <p:spPr>
          <a:xfrm xmlns:a="http://schemas.openxmlformats.org/drawingml/2006/main">
            <a:off x="9047416" y="1524000"/>
            <a:ext cx="38890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על</a:t>
            </a:r>
          </a:p>
        </p:txBody>
      </p:sp>
      <p:sp>
        <p:nvSpPr>
          <p:cNvPr id="16" name="">
            <a:extLst xmlns:a="http://schemas.openxmlformats.org/drawingml/2006/main">
              <a:ext uri="{FF2B5EF4-FFF2-40B4-BE49-F238E27FC236}">
                <a16:creationId xmlns:a16="http://schemas.microsoft.com/office/drawing/2014/main" id="{D6BAD04B-3A0E-45E2-BE86-9D60A8CB14DB}"/>
              </a:ext>
            </a:extLst>
          </p:cNvPr>
          <p:cNvSpPr>
            <a:spLocks xmlns:a="http://schemas.openxmlformats.org/drawingml/2006/main" noGrp="1"/>
          </p:cNvSpPr>
          <p:nvPr/>
        </p:nvSpPr>
        <p:spPr>
          <a:xfrm xmlns:a="http://schemas.openxmlformats.org/drawingml/2006/main">
            <a:off x="8564404" y="1524000"/>
            <a:ext cx="41119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90</a:t>
            </a:r>
          </a:p>
        </p:txBody>
      </p:sp>
      <p:sp>
        <p:nvSpPr>
          <p:cNvPr id="17" name="">
            <a:extLst xmlns:a="http://schemas.openxmlformats.org/drawingml/2006/main">
              <a:ext uri="{FF2B5EF4-FFF2-40B4-BE49-F238E27FC236}">
                <a16:creationId xmlns:a16="http://schemas.microsoft.com/office/drawing/2014/main" id="{F0ABAAC5-F3A3-4588-9FB5-7DC17DB7475B}"/>
              </a:ext>
            </a:extLst>
          </p:cNvPr>
          <p:cNvSpPr>
            <a:spLocks xmlns:a="http://schemas.openxmlformats.org/drawingml/2006/main" noGrp="1"/>
          </p:cNvSpPr>
          <p:nvPr/>
        </p:nvSpPr>
        <p:spPr>
          <a:xfrm xmlns:a="http://schemas.openxmlformats.org/drawingml/2006/main">
            <a:off x="7473124" y="1524000"/>
            <a:ext cx="101946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קבוצות.</a:t>
            </a:r>
          </a:p>
        </p:txBody>
      </p:sp>
      <p:sp>
        <p:nvSpPr>
          <p:cNvPr id="18" name="">
            <a:extLst xmlns:a="http://schemas.openxmlformats.org/drawingml/2006/main">
              <a:ext uri="{FF2B5EF4-FFF2-40B4-BE49-F238E27FC236}">
                <a16:creationId xmlns:a16="http://schemas.microsoft.com/office/drawing/2014/main" id="{18B64FD1-DBA0-4C51-BFF1-97646DA0ABD7}"/>
              </a:ext>
            </a:extLst>
          </p:cNvPr>
          <p:cNvSpPr>
            <a:spLocks xmlns:a="http://schemas.openxmlformats.org/drawingml/2006/main" noGrp="1"/>
          </p:cNvSpPr>
          <p:nvPr/>
        </p:nvSpPr>
        <p:spPr>
          <a:xfrm xmlns:a="http://schemas.openxmlformats.org/drawingml/2006/main">
            <a:off x="6607873" y="1524000"/>
            <a:ext cx="79343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תיאורי</a:t>
            </a:r>
          </a:p>
        </p:txBody>
      </p:sp>
      <p:sp>
        <p:nvSpPr>
          <p:cNvPr id="19" name="">
            <a:extLst xmlns:a="http://schemas.openxmlformats.org/drawingml/2006/main">
              <a:ext uri="{FF2B5EF4-FFF2-40B4-BE49-F238E27FC236}">
                <a16:creationId xmlns:a16="http://schemas.microsoft.com/office/drawing/2014/main" id="{CBFC5F35-122F-4A66-B015-76297CD3678F}"/>
              </a:ext>
            </a:extLst>
          </p:cNvPr>
          <p:cNvSpPr>
            <a:spLocks xmlns:a="http://schemas.openxmlformats.org/drawingml/2006/main" noGrp="1"/>
          </p:cNvSpPr>
          <p:nvPr/>
        </p:nvSpPr>
        <p:spPr>
          <a:xfrm xmlns:a="http://schemas.openxmlformats.org/drawingml/2006/main">
            <a:off x="5699569" y="1524000"/>
            <a:ext cx="83648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תפקיד</a:t>
            </a:r>
          </a:p>
        </p:txBody>
      </p:sp>
      <p:sp>
        <p:nvSpPr>
          <p:cNvPr id="20" name="">
            <a:extLst xmlns:a="http://schemas.openxmlformats.org/drawingml/2006/main">
              <a:ext uri="{FF2B5EF4-FFF2-40B4-BE49-F238E27FC236}">
                <a16:creationId xmlns:a16="http://schemas.microsoft.com/office/drawing/2014/main" id="{76DD57B3-F2C0-486B-BA2D-3D3BFA1810A8}"/>
              </a:ext>
            </a:extLst>
          </p:cNvPr>
          <p:cNvSpPr>
            <a:spLocks xmlns:a="http://schemas.openxmlformats.org/drawingml/2006/main" noGrp="1"/>
          </p:cNvSpPr>
          <p:nvPr/>
        </p:nvSpPr>
        <p:spPr>
          <a:xfrm xmlns:a="http://schemas.openxmlformats.org/drawingml/2006/main">
            <a:off x="5041011" y="1524000"/>
            <a:ext cx="58674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זהים</a:t>
            </a:r>
          </a:p>
        </p:txBody>
      </p:sp>
      <p:sp>
        <p:nvSpPr>
          <p:cNvPr id="21" name="">
            <a:extLst xmlns:a="http://schemas.openxmlformats.org/drawingml/2006/main">
              <a:ext uri="{FF2B5EF4-FFF2-40B4-BE49-F238E27FC236}">
                <a16:creationId xmlns:a16="http://schemas.microsoft.com/office/drawing/2014/main" id="{C60C1D50-AEC7-4D21-9067-9F2BF11D7906}"/>
              </a:ext>
            </a:extLst>
          </p:cNvPr>
          <p:cNvSpPr>
            <a:spLocks xmlns:a="http://schemas.openxmlformats.org/drawingml/2006/main" noGrp="1"/>
          </p:cNvSpPr>
          <p:nvPr/>
        </p:nvSpPr>
        <p:spPr>
          <a:xfrm xmlns:a="http://schemas.openxmlformats.org/drawingml/2006/main">
            <a:off x="3998881" y="1524000"/>
            <a:ext cx="97031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נשארים</a:t>
            </a:r>
          </a:p>
        </p:txBody>
      </p:sp>
      <p:sp>
        <p:nvSpPr>
          <p:cNvPr id="22" name="">
            <a:extLst xmlns:a="http://schemas.openxmlformats.org/drawingml/2006/main">
              <a:ext uri="{FF2B5EF4-FFF2-40B4-BE49-F238E27FC236}">
                <a16:creationId xmlns:a16="http://schemas.microsoft.com/office/drawing/2014/main" id="{349ACCAE-B7C2-49A3-8F22-E25584487DC8}"/>
              </a:ext>
            </a:extLst>
          </p:cNvPr>
          <p:cNvSpPr>
            <a:spLocks xmlns:a="http://schemas.openxmlformats.org/drawingml/2006/main" noGrp="1"/>
          </p:cNvSpPr>
          <p:nvPr/>
        </p:nvSpPr>
        <p:spPr>
          <a:xfrm xmlns:a="http://schemas.openxmlformats.org/drawingml/2006/main">
            <a:off x="3382042" y="1524000"/>
            <a:ext cx="54502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יחד,</a:t>
            </a:r>
          </a:p>
        </p:txBody>
      </p:sp>
      <p:sp>
        <p:nvSpPr>
          <p:cNvPr id="23" name="">
            <a:extLst xmlns:a="http://schemas.openxmlformats.org/drawingml/2006/main">
              <a:ext uri="{FF2B5EF4-FFF2-40B4-BE49-F238E27FC236}">
                <a16:creationId xmlns:a16="http://schemas.microsoft.com/office/drawing/2014/main" id="{2C4BFB0A-1C8A-470B-B72D-234C7449E629}"/>
              </a:ext>
            </a:extLst>
          </p:cNvPr>
          <p:cNvSpPr>
            <a:spLocks xmlns:a="http://schemas.openxmlformats.org/drawingml/2006/main" noGrp="1"/>
          </p:cNvSpPr>
          <p:nvPr/>
        </p:nvSpPr>
        <p:spPr>
          <a:xfrm xmlns:a="http://schemas.openxmlformats.org/drawingml/2006/main">
            <a:off x="2871216" y="1524000"/>
            <a:ext cx="43900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וכל</a:t>
            </a:r>
          </a:p>
        </p:txBody>
      </p:sp>
      <p:sp>
        <p:nvSpPr>
          <p:cNvPr id="24" name="">
            <a:extLst xmlns:a="http://schemas.openxmlformats.org/drawingml/2006/main">
              <a:ext uri="{FF2B5EF4-FFF2-40B4-BE49-F238E27FC236}">
                <a16:creationId xmlns:a16="http://schemas.microsoft.com/office/drawing/2014/main" id="{7ACA0149-E9D5-45EE-BAB4-1786DFCBE34D}"/>
              </a:ext>
            </a:extLst>
          </p:cNvPr>
          <p:cNvSpPr>
            <a:spLocks xmlns:a="http://schemas.openxmlformats.org/drawingml/2006/main" noGrp="1"/>
          </p:cNvSpPr>
          <p:nvPr/>
        </p:nvSpPr>
        <p:spPr>
          <a:xfrm xmlns:a="http://schemas.openxmlformats.org/drawingml/2006/main">
            <a:off x="1929384" y="1524000"/>
            <a:ext cx="87001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רשומה</a:t>
            </a:r>
          </a:p>
        </p:txBody>
      </p:sp>
      <p:sp>
        <p:nvSpPr>
          <p:cNvPr id="25" name="">
            <a:extLst xmlns:a="http://schemas.openxmlformats.org/drawingml/2006/main">
              <a:ext uri="{FF2B5EF4-FFF2-40B4-BE49-F238E27FC236}">
                <a16:creationId xmlns:a16="http://schemas.microsoft.com/office/drawing/2014/main" id="{3EBF4790-3939-46C0-8000-BCE4EB2E74D7}"/>
              </a:ext>
            </a:extLst>
          </p:cNvPr>
          <p:cNvSpPr>
            <a:spLocks xmlns:a="http://schemas.openxmlformats.org/drawingml/2006/main" noGrp="1"/>
          </p:cNvSpPr>
          <p:nvPr/>
        </p:nvSpPr>
        <p:spPr>
          <a:xfrm xmlns:a="http://schemas.openxmlformats.org/drawingml/2006/main">
            <a:off x="1041463" y="1524000"/>
            <a:ext cx="81610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נבחנת</a:t>
            </a:r>
          </a:p>
        </p:txBody>
      </p:sp>
      <p:sp>
        <p:nvSpPr>
          <p:cNvPr id="26" name="">
            <a:extLst xmlns:a="http://schemas.openxmlformats.org/drawingml/2006/main">
              <a:ext uri="{FF2B5EF4-FFF2-40B4-BE49-F238E27FC236}">
                <a16:creationId xmlns:a16="http://schemas.microsoft.com/office/drawing/2014/main" id="{FA8A933A-98D5-4200-895B-CE3023BDC438}"/>
              </a:ext>
            </a:extLst>
          </p:cNvPr>
          <p:cNvSpPr>
            <a:spLocks xmlns:a="http://schemas.openxmlformats.org/drawingml/2006/main" noGrp="1"/>
          </p:cNvSpPr>
          <p:nvPr/>
        </p:nvSpPr>
        <p:spPr>
          <a:xfrm xmlns:a="http://schemas.openxmlformats.org/drawingml/2006/main">
            <a:off x="10645712" y="1909763"/>
            <a:ext cx="66046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מחוץ</a:t>
            </a:r>
          </a:p>
        </p:txBody>
      </p:sp>
      <p:sp>
        <p:nvSpPr>
          <p:cNvPr id="27" name="">
            <a:extLst xmlns:a="http://schemas.openxmlformats.org/drawingml/2006/main">
              <a:ext uri="{FF2B5EF4-FFF2-40B4-BE49-F238E27FC236}">
                <a16:creationId xmlns:a16="http://schemas.microsoft.com/office/drawing/2014/main" id="{7B044F0F-EABB-455C-A56D-3F75A5A2C951}"/>
              </a:ext>
            </a:extLst>
          </p:cNvPr>
          <p:cNvSpPr>
            <a:spLocks xmlns:a="http://schemas.openxmlformats.org/drawingml/2006/main" noGrp="1"/>
          </p:cNvSpPr>
          <p:nvPr/>
        </p:nvSpPr>
        <p:spPr>
          <a:xfrm xmlns:a="http://schemas.openxmlformats.org/drawingml/2006/main">
            <a:off x="9560719" y="1909763"/>
            <a:ext cx="101317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לקבוצת</a:t>
            </a:r>
          </a:p>
        </p:txBody>
      </p:sp>
      <p:sp>
        <p:nvSpPr>
          <p:cNvPr id="28" name="">
            <a:extLst xmlns:a="http://schemas.openxmlformats.org/drawingml/2006/main">
              <a:ext uri="{FF2B5EF4-FFF2-40B4-BE49-F238E27FC236}">
                <a16:creationId xmlns:a16="http://schemas.microsoft.com/office/drawing/2014/main" id="{493F29DC-0363-433D-92E1-5486D8A498FC}"/>
              </a:ext>
            </a:extLst>
          </p:cNvPr>
          <p:cNvSpPr>
            <a:spLocks xmlns:a="http://schemas.openxmlformats.org/drawingml/2006/main" noGrp="1"/>
          </p:cNvSpPr>
          <p:nvPr/>
        </p:nvSpPr>
        <p:spPr>
          <a:xfrm xmlns:a="http://schemas.openxmlformats.org/drawingml/2006/main">
            <a:off x="8649843" y="1909763"/>
            <a:ext cx="83905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האימון</a:t>
            </a:r>
          </a:p>
        </p:txBody>
      </p:sp>
      <p:sp>
        <p:nvSpPr>
          <p:cNvPr id="29" name="">
            <a:extLst xmlns:a="http://schemas.openxmlformats.org/drawingml/2006/main">
              <a:ext uri="{FF2B5EF4-FFF2-40B4-BE49-F238E27FC236}">
                <a16:creationId xmlns:a16="http://schemas.microsoft.com/office/drawing/2014/main" id="{D71B4AE5-07ED-41C7-B0D5-034558B81E11}"/>
              </a:ext>
            </a:extLst>
          </p:cNvPr>
          <p:cNvSpPr>
            <a:spLocks xmlns:a="http://schemas.openxmlformats.org/drawingml/2006/main" noGrp="1"/>
          </p:cNvSpPr>
          <p:nvPr/>
        </p:nvSpPr>
        <p:spPr>
          <a:xfrm xmlns:a="http://schemas.openxmlformats.org/drawingml/2006/main">
            <a:off x="7888034" y="1909763"/>
            <a:ext cx="68999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שלה.</a:t>
            </a:r>
          </a:p>
        </p:txBody>
      </p:sp>
      <p:sp>
        <p:nvSpPr>
          <p:cNvPr id="30" name="">
            <a:extLst xmlns:a="http://schemas.openxmlformats.org/drawingml/2006/main">
              <a:ext uri="{FF2B5EF4-FFF2-40B4-BE49-F238E27FC236}">
                <a16:creationId xmlns:a16="http://schemas.microsoft.com/office/drawing/2014/main" id="{8FE5E4D2-CFB1-4350-A909-920D45DEEB5B}"/>
              </a:ext>
            </a:extLst>
          </p:cNvPr>
          <p:cNvSpPr>
            <a:spLocks xmlns:a="http://schemas.openxmlformats.org/drawingml/2006/main" noGrp="1"/>
          </p:cNvSpPr>
          <p:nvPr/>
        </p:nvSpPr>
        <p:spPr>
          <a:xfrm xmlns:a="http://schemas.openxmlformats.org/drawingml/2006/main">
            <a:off x="10765631" y="2857500"/>
            <a:ext cx="5405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ייצוג</a:t>
            </a:r>
          </a:p>
        </p:txBody>
      </p:sp>
      <p:sp>
        <p:nvSpPr>
          <p:cNvPr id="31" name="">
            <a:extLst xmlns:a="http://schemas.openxmlformats.org/drawingml/2006/main">
              <a:ext uri="{FF2B5EF4-FFF2-40B4-BE49-F238E27FC236}">
                <a16:creationId xmlns:a16="http://schemas.microsoft.com/office/drawing/2014/main" id="{E122114A-D5B2-4195-952A-32398A296B3B}"/>
              </a:ext>
            </a:extLst>
          </p:cNvPr>
          <p:cNvSpPr>
            <a:spLocks xmlns:a="http://schemas.openxmlformats.org/drawingml/2006/main" noGrp="1"/>
          </p:cNvSpPr>
          <p:nvPr/>
        </p:nvSpPr>
        <p:spPr>
          <a:xfrm xmlns:a="http://schemas.openxmlformats.org/drawingml/2006/main">
            <a:off x="9700736" y="2857500"/>
            <a:ext cx="99307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הטקסט</a:t>
            </a:r>
          </a:p>
        </p:txBody>
      </p:sp>
      <p:sp>
        <p:nvSpPr>
          <p:cNvPr id="32" name="">
            <a:extLst xmlns:a="http://schemas.openxmlformats.org/drawingml/2006/main">
              <a:ext uri="{FF2B5EF4-FFF2-40B4-BE49-F238E27FC236}">
                <a16:creationId xmlns:a16="http://schemas.microsoft.com/office/drawing/2014/main" id="{66A71850-0917-4231-A93A-D3320B00636F}"/>
              </a:ext>
            </a:extLst>
          </p:cNvPr>
          <p:cNvSpPr>
            <a:spLocks xmlns:a="http://schemas.openxmlformats.org/drawingml/2006/main" noGrp="1"/>
          </p:cNvSpPr>
          <p:nvPr/>
        </p:nvSpPr>
        <p:spPr>
          <a:xfrm xmlns:a="http://schemas.openxmlformats.org/drawingml/2006/main">
            <a:off x="8954357" y="2857500"/>
            <a:ext cx="67456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נלמד</a:t>
            </a:r>
          </a:p>
        </p:txBody>
      </p:sp>
      <p:sp>
        <p:nvSpPr>
          <p:cNvPr id="33" name="">
            <a:extLst xmlns:a="http://schemas.openxmlformats.org/drawingml/2006/main">
              <a:ext uri="{FF2B5EF4-FFF2-40B4-BE49-F238E27FC236}">
                <a16:creationId xmlns:a16="http://schemas.microsoft.com/office/drawing/2014/main" id="{0FF84D1C-63A6-4E20-B1AC-733DEDCACB91}"/>
              </a:ext>
            </a:extLst>
          </p:cNvPr>
          <p:cNvSpPr>
            <a:spLocks xmlns:a="http://schemas.openxmlformats.org/drawingml/2006/main" noGrp="1"/>
          </p:cNvSpPr>
          <p:nvPr/>
        </p:nvSpPr>
        <p:spPr>
          <a:xfrm xmlns:a="http://schemas.openxmlformats.org/drawingml/2006/main">
            <a:off x="8095678" y="2857500"/>
            <a:ext cx="78686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מחדש</a:t>
            </a:r>
          </a:p>
        </p:txBody>
      </p:sp>
      <p:sp>
        <p:nvSpPr>
          <p:cNvPr id="34" name="">
            <a:extLst xmlns:a="http://schemas.openxmlformats.org/drawingml/2006/main">
              <a:ext uri="{FF2B5EF4-FFF2-40B4-BE49-F238E27FC236}">
                <a16:creationId xmlns:a16="http://schemas.microsoft.com/office/drawing/2014/main" id="{D3F9EE56-27C1-4127-99B4-F8811AAB273B}"/>
              </a:ext>
            </a:extLst>
          </p:cNvPr>
          <p:cNvSpPr>
            <a:spLocks xmlns:a="http://schemas.openxmlformats.org/drawingml/2006/main" noGrp="1"/>
          </p:cNvSpPr>
          <p:nvPr/>
        </p:nvSpPr>
        <p:spPr>
          <a:xfrm xmlns:a="http://schemas.openxmlformats.org/drawingml/2006/main">
            <a:off x="7497508" y="2857500"/>
            <a:ext cx="52635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בכל</a:t>
            </a:r>
          </a:p>
        </p:txBody>
      </p:sp>
      <p:sp>
        <p:nvSpPr>
          <p:cNvPr id="35" name="">
            <a:extLst xmlns:a="http://schemas.openxmlformats.org/drawingml/2006/main">
              <a:ext uri="{FF2B5EF4-FFF2-40B4-BE49-F238E27FC236}">
                <a16:creationId xmlns:a16="http://schemas.microsoft.com/office/drawing/2014/main" id="{42CB3E02-753D-4CA0-B4BE-89CE79B542BB}"/>
              </a:ext>
            </a:extLst>
          </p:cNvPr>
          <p:cNvSpPr>
            <a:spLocks xmlns:a="http://schemas.openxmlformats.org/drawingml/2006/main" noGrp="1"/>
          </p:cNvSpPr>
          <p:nvPr/>
        </p:nvSpPr>
        <p:spPr>
          <a:xfrm xmlns:a="http://schemas.openxmlformats.org/drawingml/2006/main">
            <a:off x="6743605" y="2857500"/>
            <a:ext cx="68208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קפל.</a:t>
            </a:r>
          </a:p>
        </p:txBody>
      </p:sp>
      <p:sp>
        <p:nvSpPr>
          <p:cNvPr id="36" name="">
            <a:extLst xmlns:a="http://schemas.openxmlformats.org/drawingml/2006/main">
              <a:ext uri="{FF2B5EF4-FFF2-40B4-BE49-F238E27FC236}">
                <a16:creationId xmlns:a16="http://schemas.microsoft.com/office/drawing/2014/main" id="{BB48E8ED-8F34-4B69-9EA6-174368693078}"/>
              </a:ext>
            </a:extLst>
          </p:cNvPr>
          <p:cNvSpPr>
            <a:spLocks xmlns:a="http://schemas.openxmlformats.org/drawingml/2006/main" noGrp="1"/>
          </p:cNvSpPr>
          <p:nvPr/>
        </p:nvSpPr>
        <p:spPr>
          <a:xfrm xmlns:a="http://schemas.openxmlformats.org/drawingml/2006/main">
            <a:off x="5847112" y="2857500"/>
            <a:ext cx="82467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המודל</a:t>
            </a:r>
          </a:p>
        </p:txBody>
      </p:sp>
      <p:sp>
        <p:nvSpPr>
          <p:cNvPr id="37" name="">
            <a:extLst xmlns:a="http://schemas.openxmlformats.org/drawingml/2006/main">
              <a:ext uri="{FF2B5EF4-FFF2-40B4-BE49-F238E27FC236}">
                <a16:creationId xmlns:a16="http://schemas.microsoft.com/office/drawing/2014/main" id="{509B23C9-90FA-46A0-8699-D30959C35FCA}"/>
              </a:ext>
            </a:extLst>
          </p:cNvPr>
          <p:cNvSpPr>
            <a:spLocks xmlns:a="http://schemas.openxmlformats.org/drawingml/2006/main" noGrp="1"/>
          </p:cNvSpPr>
          <p:nvPr/>
        </p:nvSpPr>
        <p:spPr>
          <a:xfrm xmlns:a="http://schemas.openxmlformats.org/drawingml/2006/main">
            <a:off x="4329208" y="2857500"/>
            <a:ext cx="144608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והפרמטרים</a:t>
            </a:r>
          </a:p>
        </p:txBody>
      </p:sp>
      <p:sp>
        <p:nvSpPr>
          <p:cNvPr id="38" name="">
            <a:extLst xmlns:a="http://schemas.openxmlformats.org/drawingml/2006/main">
              <a:ext uri="{FF2B5EF4-FFF2-40B4-BE49-F238E27FC236}">
                <a16:creationId xmlns:a16="http://schemas.microsoft.com/office/drawing/2014/main" id="{F992B039-E16A-4D19-BDF0-0E569B1F1086}"/>
              </a:ext>
            </a:extLst>
          </p:cNvPr>
          <p:cNvSpPr>
            <a:spLocks xmlns:a="http://schemas.openxmlformats.org/drawingml/2006/main" noGrp="1"/>
          </p:cNvSpPr>
          <p:nvPr/>
        </p:nvSpPr>
        <p:spPr>
          <a:xfrm xmlns:a="http://schemas.openxmlformats.org/drawingml/2006/main">
            <a:off x="3470719" y="2857500"/>
            <a:ext cx="78667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נקבעו</a:t>
            </a:r>
          </a:p>
        </p:txBody>
      </p:sp>
      <p:sp>
        <p:nvSpPr>
          <p:cNvPr id="39" name="">
            <a:extLst xmlns:a="http://schemas.openxmlformats.org/drawingml/2006/main">
              <a:ext uri="{FF2B5EF4-FFF2-40B4-BE49-F238E27FC236}">
                <a16:creationId xmlns:a16="http://schemas.microsoft.com/office/drawing/2014/main" id="{7F09A6EE-120B-4308-8542-D5F13A6AF072}"/>
              </a:ext>
            </a:extLst>
          </p:cNvPr>
          <p:cNvSpPr>
            <a:spLocks xmlns:a="http://schemas.openxmlformats.org/drawingml/2006/main" noGrp="1"/>
          </p:cNvSpPr>
          <p:nvPr/>
        </p:nvSpPr>
        <p:spPr>
          <a:xfrm xmlns:a="http://schemas.openxmlformats.org/drawingml/2006/main">
            <a:off x="2832068" y="2857500"/>
            <a:ext cx="56683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לפני</a:t>
            </a:r>
          </a:p>
        </p:txBody>
      </p:sp>
      <p:sp>
        <p:nvSpPr>
          <p:cNvPr id="40" name="">
            <a:extLst xmlns:a="http://schemas.openxmlformats.org/drawingml/2006/main">
              <a:ext uri="{FF2B5EF4-FFF2-40B4-BE49-F238E27FC236}">
                <a16:creationId xmlns:a16="http://schemas.microsoft.com/office/drawing/2014/main" id="{0190B3FA-7686-4E9A-803E-2D63E3CF81C9}"/>
              </a:ext>
            </a:extLst>
          </p:cNvPr>
          <p:cNvSpPr>
            <a:spLocks xmlns:a="http://schemas.openxmlformats.org/drawingml/2006/main" noGrp="1"/>
          </p:cNvSpPr>
          <p:nvPr/>
        </p:nvSpPr>
        <p:spPr>
          <a:xfrm xmlns:a="http://schemas.openxmlformats.org/drawingml/2006/main">
            <a:off x="2016538" y="2857500"/>
            <a:ext cx="74371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חישוב</a:t>
            </a:r>
          </a:p>
        </p:txBody>
      </p:sp>
      <p:sp>
        <p:nvSpPr>
          <p:cNvPr id="41" name="">
            <a:extLst xmlns:a="http://schemas.openxmlformats.org/drawingml/2006/main">
              <a:ext uri="{FF2B5EF4-FFF2-40B4-BE49-F238E27FC236}">
                <a16:creationId xmlns:a16="http://schemas.microsoft.com/office/drawing/2014/main" id="{7110D167-7155-4ADD-A84D-B4E69B22C5F2}"/>
              </a:ext>
            </a:extLst>
          </p:cNvPr>
          <p:cNvSpPr>
            <a:spLocks xmlns:a="http://schemas.openxmlformats.org/drawingml/2006/main" noGrp="1"/>
          </p:cNvSpPr>
          <p:nvPr/>
        </p:nvSpPr>
        <p:spPr>
          <a:xfrm xmlns:a="http://schemas.openxmlformats.org/drawingml/2006/main">
            <a:off x="1407509" y="2857500"/>
            <a:ext cx="53721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ציוני</a:t>
            </a:r>
          </a:p>
        </p:txBody>
      </p:sp>
      <p:sp>
        <p:nvSpPr>
          <p:cNvPr id="42" name="">
            <a:extLst xmlns:a="http://schemas.openxmlformats.org/drawingml/2006/main">
              <a:ext uri="{FF2B5EF4-FFF2-40B4-BE49-F238E27FC236}">
                <a16:creationId xmlns:a16="http://schemas.microsoft.com/office/drawing/2014/main" id="{FFDEEFF6-F4CC-47B6-842F-626B6466EE30}"/>
              </a:ext>
            </a:extLst>
          </p:cNvPr>
          <p:cNvSpPr>
            <a:spLocks xmlns:a="http://schemas.openxmlformats.org/drawingml/2006/main" noGrp="1"/>
          </p:cNvSpPr>
          <p:nvPr/>
        </p:nvSpPr>
        <p:spPr>
          <a:xfrm xmlns:a="http://schemas.openxmlformats.org/drawingml/2006/main">
            <a:off x="10058495" y="3243263"/>
            <a:ext cx="124768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ההשוואה.</a:t>
            </a:r>
          </a:p>
        </p:txBody>
      </p:sp>
      <p:sp>
        <p:nvSpPr>
          <p:cNvPr id="43" name="">
            <a:extLst xmlns:a="http://schemas.openxmlformats.org/drawingml/2006/main">
              <a:ext uri="{FF2B5EF4-FFF2-40B4-BE49-F238E27FC236}">
                <a16:creationId xmlns:a16="http://schemas.microsoft.com/office/drawing/2014/main" id="{461BCBAE-13E1-4F65-9FCB-D72505A94408}"/>
              </a:ext>
            </a:extLst>
          </p:cNvPr>
          <p:cNvSpPr>
            <a:spLocks xmlns:a="http://schemas.openxmlformats.org/drawingml/2006/main" noGrp="1"/>
          </p:cNvSpPr>
          <p:nvPr/>
        </p:nvSpPr>
        <p:spPr>
          <a:xfrm xmlns:a="http://schemas.openxmlformats.org/drawingml/2006/main">
            <a:off x="10894981" y="4191000"/>
            <a:ext cx="41119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84</a:t>
            </a:r>
          </a:p>
        </p:txBody>
      </p:sp>
      <p:sp>
        <p:nvSpPr>
          <p:cNvPr id="44" name="">
            <a:extLst xmlns:a="http://schemas.openxmlformats.org/drawingml/2006/main">
              <a:ext uri="{FF2B5EF4-FFF2-40B4-BE49-F238E27FC236}">
                <a16:creationId xmlns:a16="http://schemas.microsoft.com/office/drawing/2014/main" id="{29081BCF-FB92-4FBD-A2F9-FE6AC9951EFF}"/>
              </a:ext>
            </a:extLst>
          </p:cNvPr>
          <p:cNvSpPr>
            <a:spLocks xmlns:a="http://schemas.openxmlformats.org/drawingml/2006/main" noGrp="1"/>
          </p:cNvSpPr>
          <p:nvPr/>
        </p:nvSpPr>
        <p:spPr>
          <a:xfrm xmlns:a="http://schemas.openxmlformats.org/drawingml/2006/main">
            <a:off x="10162318" y="4191000"/>
            <a:ext cx="6608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מתוך</a:t>
            </a:r>
          </a:p>
        </p:txBody>
      </p:sp>
      <p:sp>
        <p:nvSpPr>
          <p:cNvPr id="45" name="">
            <a:extLst xmlns:a="http://schemas.openxmlformats.org/drawingml/2006/main">
              <a:ext uri="{FF2B5EF4-FFF2-40B4-BE49-F238E27FC236}">
                <a16:creationId xmlns:a16="http://schemas.microsoft.com/office/drawing/2014/main" id="{38F0C933-D2FD-423D-AE3F-7F96D6093BAD}"/>
              </a:ext>
            </a:extLst>
          </p:cNvPr>
          <p:cNvSpPr>
            <a:spLocks xmlns:a="http://schemas.openxmlformats.org/drawingml/2006/main" noGrp="1"/>
          </p:cNvSpPr>
          <p:nvPr/>
        </p:nvSpPr>
        <p:spPr>
          <a:xfrm xmlns:a="http://schemas.openxmlformats.org/drawingml/2006/main">
            <a:off x="9497473" y="4191000"/>
            <a:ext cx="59302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191</a:t>
            </a:r>
          </a:p>
        </p:txBody>
      </p:sp>
      <p:sp>
        <p:nvSpPr>
          <p:cNvPr id="46" name="">
            <a:extLst xmlns:a="http://schemas.openxmlformats.org/drawingml/2006/main">
              <a:ext uri="{FF2B5EF4-FFF2-40B4-BE49-F238E27FC236}">
                <a16:creationId xmlns:a16="http://schemas.microsoft.com/office/drawing/2014/main" id="{727BFD64-F567-4E55-BAFC-1CF18D3A931D}"/>
              </a:ext>
            </a:extLst>
          </p:cNvPr>
          <p:cNvSpPr>
            <a:spLocks xmlns:a="http://schemas.openxmlformats.org/drawingml/2006/main" noGrp="1"/>
          </p:cNvSpPr>
          <p:nvPr/>
        </p:nvSpPr>
        <p:spPr>
          <a:xfrm xmlns:a="http://schemas.openxmlformats.org/drawingml/2006/main">
            <a:off x="8476679" y="4191000"/>
            <a:ext cx="94897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רשומות</a:t>
            </a:r>
          </a:p>
        </p:txBody>
      </p:sp>
      <p:sp>
        <p:nvSpPr>
          <p:cNvPr id="47" name="">
            <a:extLst xmlns:a="http://schemas.openxmlformats.org/drawingml/2006/main">
              <a:ext uri="{FF2B5EF4-FFF2-40B4-BE49-F238E27FC236}">
                <a16:creationId xmlns:a16="http://schemas.microsoft.com/office/drawing/2014/main" id="{28873C06-7E51-4CC5-B3B4-3D928CBCD6FE}"/>
              </a:ext>
            </a:extLst>
          </p:cNvPr>
          <p:cNvSpPr>
            <a:spLocks xmlns:a="http://schemas.openxmlformats.org/drawingml/2006/main" noGrp="1"/>
          </p:cNvSpPr>
          <p:nvPr/>
        </p:nvSpPr>
        <p:spPr>
          <a:xfrm xmlns:a="http://schemas.openxmlformats.org/drawingml/2006/main">
            <a:off x="7396067" y="4191000"/>
            <a:ext cx="100879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הבדיקה</a:t>
            </a:r>
          </a:p>
        </p:txBody>
      </p:sp>
      <p:sp>
        <p:nvSpPr>
          <p:cNvPr id="48" name="">
            <a:extLst xmlns:a="http://schemas.openxmlformats.org/drawingml/2006/main">
              <a:ext uri="{FF2B5EF4-FFF2-40B4-BE49-F238E27FC236}">
                <a16:creationId xmlns:a16="http://schemas.microsoft.com/office/drawing/2014/main" id="{EF3E4F42-843F-4BD9-B6C8-C6EEF8B453C8}"/>
              </a:ext>
            </a:extLst>
          </p:cNvPr>
          <p:cNvSpPr>
            <a:spLocks xmlns:a="http://schemas.openxmlformats.org/drawingml/2006/main" noGrp="1"/>
          </p:cNvSpPr>
          <p:nvPr/>
        </p:nvSpPr>
        <p:spPr>
          <a:xfrm xmlns:a="http://schemas.openxmlformats.org/drawingml/2006/main">
            <a:off x="6529578" y="4191000"/>
            <a:ext cx="79467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שייכות</a:t>
            </a:r>
          </a:p>
        </p:txBody>
      </p:sp>
      <p:sp>
        <p:nvSpPr>
          <p:cNvPr id="49" name="">
            <a:extLst xmlns:a="http://schemas.openxmlformats.org/drawingml/2006/main">
              <a:ext uri="{FF2B5EF4-FFF2-40B4-BE49-F238E27FC236}">
                <a16:creationId xmlns:a16="http://schemas.microsoft.com/office/drawing/2014/main" id="{F888FA6C-9737-4444-B7D2-EC8F6D7EF8E3}"/>
              </a:ext>
            </a:extLst>
          </p:cNvPr>
          <p:cNvSpPr>
            <a:spLocks xmlns:a="http://schemas.openxmlformats.org/drawingml/2006/main" noGrp="1"/>
          </p:cNvSpPr>
          <p:nvPr/>
        </p:nvSpPr>
        <p:spPr>
          <a:xfrm xmlns:a="http://schemas.openxmlformats.org/drawingml/2006/main">
            <a:off x="5557647" y="4191000"/>
            <a:ext cx="90011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לקודים</a:t>
            </a:r>
          </a:p>
        </p:txBody>
      </p:sp>
      <p:sp>
        <p:nvSpPr>
          <p:cNvPr id="50" name="">
            <a:extLst xmlns:a="http://schemas.openxmlformats.org/drawingml/2006/main">
              <a:ext uri="{FF2B5EF4-FFF2-40B4-BE49-F238E27FC236}">
                <a16:creationId xmlns:a16="http://schemas.microsoft.com/office/drawing/2014/main" id="{AF2BDB50-9D11-4D84-8C32-2012EDDC5170}"/>
              </a:ext>
            </a:extLst>
          </p:cNvPr>
          <p:cNvSpPr>
            <a:spLocks xmlns:a="http://schemas.openxmlformats.org/drawingml/2006/main" noGrp="1"/>
          </p:cNvSpPr>
          <p:nvPr/>
        </p:nvSpPr>
        <p:spPr>
          <a:xfrm xmlns:a="http://schemas.openxmlformats.org/drawingml/2006/main">
            <a:off x="4882325" y="4191000"/>
            <a:ext cx="60350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שלא</a:t>
            </a:r>
          </a:p>
        </p:txBody>
      </p:sp>
      <p:sp>
        <p:nvSpPr>
          <p:cNvPr id="51" name="">
            <a:extLst xmlns:a="http://schemas.openxmlformats.org/drawingml/2006/main">
              <a:ext uri="{FF2B5EF4-FFF2-40B4-BE49-F238E27FC236}">
                <a16:creationId xmlns:a16="http://schemas.microsoft.com/office/drawing/2014/main" id="{A6341F5E-62AE-4614-8698-2BFA5386A686}"/>
              </a:ext>
            </a:extLst>
          </p:cNvPr>
          <p:cNvSpPr>
            <a:spLocks xmlns:a="http://schemas.openxmlformats.org/drawingml/2006/main" noGrp="1"/>
          </p:cNvSpPr>
          <p:nvPr/>
        </p:nvSpPr>
        <p:spPr>
          <a:xfrm xmlns:a="http://schemas.openxmlformats.org/drawingml/2006/main">
            <a:off x="3999262" y="4191000"/>
            <a:ext cx="8112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הופיעו</a:t>
            </a:r>
          </a:p>
        </p:txBody>
      </p:sp>
      <p:sp>
        <p:nvSpPr>
          <p:cNvPr id="52" name="">
            <a:extLst xmlns:a="http://schemas.openxmlformats.org/drawingml/2006/main">
              <a:ext uri="{FF2B5EF4-FFF2-40B4-BE49-F238E27FC236}">
                <a16:creationId xmlns:a16="http://schemas.microsoft.com/office/drawing/2014/main" id="{2F6E53C9-D1CD-4130-ABFF-B888135C9857}"/>
              </a:ext>
            </a:extLst>
          </p:cNvPr>
          <p:cNvSpPr>
            <a:spLocks xmlns:a="http://schemas.openxmlformats.org/drawingml/2006/main" noGrp="1"/>
          </p:cNvSpPr>
          <p:nvPr/>
        </p:nvSpPr>
        <p:spPr>
          <a:xfrm xmlns:a="http://schemas.openxmlformats.org/drawingml/2006/main">
            <a:off x="3109913" y="4191000"/>
            <a:ext cx="81753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באימון</a:t>
            </a:r>
          </a:p>
        </p:txBody>
      </p:sp>
      <p:sp>
        <p:nvSpPr>
          <p:cNvPr id="53" name="">
            <a:extLst xmlns:a="http://schemas.openxmlformats.org/drawingml/2006/main">
              <a:ext uri="{FF2B5EF4-FFF2-40B4-BE49-F238E27FC236}">
                <a16:creationId xmlns:a16="http://schemas.microsoft.com/office/drawing/2014/main" id="{D75461A2-B810-4BE6-9882-4ECD3E4418F3}"/>
              </a:ext>
            </a:extLst>
          </p:cNvPr>
          <p:cNvSpPr>
            <a:spLocks xmlns:a="http://schemas.openxmlformats.org/drawingml/2006/main" noGrp="1"/>
          </p:cNvSpPr>
          <p:nvPr/>
        </p:nvSpPr>
        <p:spPr>
          <a:xfrm xmlns:a="http://schemas.openxmlformats.org/drawingml/2006/main">
            <a:off x="2625566" y="4191000"/>
            <a:ext cx="41252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של</a:t>
            </a:r>
          </a:p>
        </p:txBody>
      </p:sp>
      <p:sp>
        <p:nvSpPr>
          <p:cNvPr id="54" name="">
            <a:extLst xmlns:a="http://schemas.openxmlformats.org/drawingml/2006/main">
              <a:ext uri="{FF2B5EF4-FFF2-40B4-BE49-F238E27FC236}">
                <a16:creationId xmlns:a16="http://schemas.microsoft.com/office/drawing/2014/main" id="{72CFF6E9-ECA2-4A1D-BBA5-00CE9BB0847C}"/>
              </a:ext>
            </a:extLst>
          </p:cNvPr>
          <p:cNvSpPr>
            <a:spLocks xmlns:a="http://schemas.openxmlformats.org/drawingml/2006/main" noGrp="1"/>
          </p:cNvSpPr>
          <p:nvPr/>
        </p:nvSpPr>
        <p:spPr>
          <a:xfrm xmlns:a="http://schemas.openxmlformats.org/drawingml/2006/main">
            <a:off x="1971580" y="4191000"/>
            <a:ext cx="58216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אותו</a:t>
            </a:r>
          </a:p>
        </p:txBody>
      </p:sp>
      <p:sp>
        <p:nvSpPr>
          <p:cNvPr id="55" name="">
            <a:extLst xmlns:a="http://schemas.openxmlformats.org/drawingml/2006/main">
              <a:ext uri="{FF2B5EF4-FFF2-40B4-BE49-F238E27FC236}">
                <a16:creationId xmlns:a16="http://schemas.microsoft.com/office/drawing/2014/main" id="{D7B2F392-D6A9-4B80-A3B3-003F9F3E87F6}"/>
              </a:ext>
            </a:extLst>
          </p:cNvPr>
          <p:cNvSpPr>
            <a:spLocks xmlns:a="http://schemas.openxmlformats.org/drawingml/2006/main" noGrp="1"/>
          </p:cNvSpPr>
          <p:nvPr/>
        </p:nvSpPr>
        <p:spPr>
          <a:xfrm xmlns:a="http://schemas.openxmlformats.org/drawingml/2006/main">
            <a:off x="1217676" y="4191000"/>
            <a:ext cx="68208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קפל.</a:t>
            </a:r>
          </a:p>
        </p:txBody>
      </p:sp>
      <p:sp>
        <p:nvSpPr>
          <p:cNvPr id="56" name="">
            <a:extLst xmlns:a="http://schemas.openxmlformats.org/drawingml/2006/main">
              <a:ext uri="{FF2B5EF4-FFF2-40B4-BE49-F238E27FC236}">
                <a16:creationId xmlns:a16="http://schemas.microsoft.com/office/drawing/2014/main" id="{640E0A0D-199E-4BFD-A0CF-6B8776370E26}"/>
              </a:ext>
            </a:extLst>
          </p:cNvPr>
          <p:cNvSpPr>
            <a:spLocks xmlns:a="http://schemas.openxmlformats.org/drawingml/2006/main" noGrp="1"/>
          </p:cNvSpPr>
          <p:nvPr/>
        </p:nvSpPr>
        <p:spPr>
          <a:xfrm xmlns:a="http://schemas.openxmlformats.org/drawingml/2006/main">
            <a:off x="10994041" y="4576763"/>
            <a:ext cx="3121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הן</a:t>
            </a:r>
          </a:p>
        </p:txBody>
      </p:sp>
      <p:sp>
        <p:nvSpPr>
          <p:cNvPr id="57" name="">
            <a:extLst xmlns:a="http://schemas.openxmlformats.org/drawingml/2006/main">
              <a:ext uri="{FF2B5EF4-FFF2-40B4-BE49-F238E27FC236}">
                <a16:creationId xmlns:a16="http://schemas.microsoft.com/office/drawing/2014/main" id="{A955A864-60BB-4A15-9AB7-1A3AF7E39452}"/>
              </a:ext>
            </a:extLst>
          </p:cNvPr>
          <p:cNvSpPr>
            <a:spLocks xmlns:a="http://schemas.openxmlformats.org/drawingml/2006/main" noGrp="1"/>
          </p:cNvSpPr>
          <p:nvPr/>
        </p:nvSpPr>
        <p:spPr>
          <a:xfrm xmlns:a="http://schemas.openxmlformats.org/drawingml/2006/main">
            <a:off x="9939814" y="4576763"/>
            <a:ext cx="98240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נשארות</a:t>
            </a:r>
          </a:p>
        </p:txBody>
      </p:sp>
      <p:sp>
        <p:nvSpPr>
          <p:cNvPr id="58" name="">
            <a:extLst xmlns:a="http://schemas.openxmlformats.org/drawingml/2006/main">
              <a:ext uri="{FF2B5EF4-FFF2-40B4-BE49-F238E27FC236}">
                <a16:creationId xmlns:a16="http://schemas.microsoft.com/office/drawing/2014/main" id="{980E7C97-94FF-45AE-8742-213B2779CB06}"/>
              </a:ext>
            </a:extLst>
          </p:cNvPr>
          <p:cNvSpPr>
            <a:spLocks xmlns:a="http://schemas.openxmlformats.org/drawingml/2006/main" noGrp="1"/>
          </p:cNvSpPr>
          <p:nvPr/>
        </p:nvSpPr>
        <p:spPr>
          <a:xfrm xmlns:a="http://schemas.openxmlformats.org/drawingml/2006/main">
            <a:off x="9149143" y="4576763"/>
            <a:ext cx="71885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במדד</a:t>
            </a:r>
          </a:p>
        </p:txBody>
      </p:sp>
      <p:sp>
        <p:nvSpPr>
          <p:cNvPr id="59" name="">
            <a:extLst xmlns:a="http://schemas.openxmlformats.org/drawingml/2006/main">
              <a:ext uri="{FF2B5EF4-FFF2-40B4-BE49-F238E27FC236}">
                <a16:creationId xmlns:a16="http://schemas.microsoft.com/office/drawing/2014/main" id="{33B38AA2-80D0-4C43-BAAF-94F96D295F02}"/>
              </a:ext>
            </a:extLst>
          </p:cNvPr>
          <p:cNvSpPr>
            <a:spLocks xmlns:a="http://schemas.openxmlformats.org/drawingml/2006/main" noGrp="1"/>
          </p:cNvSpPr>
          <p:nvPr/>
        </p:nvSpPr>
        <p:spPr>
          <a:xfrm xmlns:a="http://schemas.openxmlformats.org/drawingml/2006/main">
            <a:off x="8133493" y="4576763"/>
            <a:ext cx="94383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הראשי.</a:t>
            </a:r>
          </a:p>
        </p:txBody>
      </p:sp>
    </p:spTree>
    <p:extLst>
      <p:ext uri="{BB962C8B-B14F-4D97-AF65-F5344CB8AC3E}">
        <p14:creationId xmlns:p14="http://schemas.microsoft.com/office/powerpoint/2010/main" val="684400000"/>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4D65D3E-40AF-4ACA-93B1-4BF7542A62D1}"/>
              </a:ext>
            </a:extLst>
          </p:cNvPr>
          <p:cNvSpPr>
            <a:spLocks xmlns:a="http://schemas.openxmlformats.org/drawingml/2006/main" noGrp="1"/>
          </p:cNvSpPr>
          <p:nvPr/>
        </p:nvSpPr>
        <p:spPr>
          <a:xfrm xmlns:a="http://schemas.openxmlformats.org/drawingml/2006/main">
            <a:off x="10057638" y="476250"/>
            <a:ext cx="1486662"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תוצאות</a:t>
            </a:r>
          </a:p>
        </p:txBody>
      </p:sp>
      <p:sp>
        <p:nvSpPr>
          <p:cNvPr id="2" name="">
            <a:extLst xmlns:a="http://schemas.openxmlformats.org/drawingml/2006/main">
              <a:ext uri="{FF2B5EF4-FFF2-40B4-BE49-F238E27FC236}">
                <a16:creationId xmlns:a16="http://schemas.microsoft.com/office/drawing/2014/main" id="{9DD13791-9393-4B54-A9E7-2DCA90EF9484}"/>
              </a:ext>
            </a:extLst>
          </p:cNvPr>
          <p:cNvSpPr>
            <a:spLocks xmlns:a="http://schemas.openxmlformats.org/drawingml/2006/main" noGrp="1"/>
          </p:cNvSpPr>
          <p:nvPr/>
        </p:nvSpPr>
        <p:spPr>
          <a:xfrm xmlns:a="http://schemas.openxmlformats.org/drawingml/2006/main">
            <a:off x="9350502" y="476250"/>
            <a:ext cx="580263"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על</a:t>
            </a:r>
          </a:p>
        </p:txBody>
      </p:sp>
      <p:sp>
        <p:nvSpPr>
          <p:cNvPr id="3" name="">
            <a:extLst xmlns:a="http://schemas.openxmlformats.org/drawingml/2006/main">
              <a:ext uri="{FF2B5EF4-FFF2-40B4-BE49-F238E27FC236}">
                <a16:creationId xmlns:a16="http://schemas.microsoft.com/office/drawing/2014/main" id="{4C5EB0CC-68E7-4D3F-B038-90ECC79715E6}"/>
              </a:ext>
            </a:extLst>
          </p:cNvPr>
          <p:cNvSpPr>
            <a:spLocks xmlns:a="http://schemas.openxmlformats.org/drawingml/2006/main" noGrp="1"/>
          </p:cNvSpPr>
          <p:nvPr/>
        </p:nvSpPr>
        <p:spPr>
          <a:xfrm xmlns:a="http://schemas.openxmlformats.org/drawingml/2006/main">
            <a:off x="8301133" y="476250"/>
            <a:ext cx="922496"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191</a:t>
            </a:r>
          </a:p>
        </p:txBody>
      </p:sp>
      <p:sp>
        <p:nvSpPr>
          <p:cNvPr id="4" name="">
            <a:extLst xmlns:a="http://schemas.openxmlformats.org/drawingml/2006/main">
              <a:ext uri="{FF2B5EF4-FFF2-40B4-BE49-F238E27FC236}">
                <a16:creationId xmlns:a16="http://schemas.microsoft.com/office/drawing/2014/main" id="{F6B28531-197D-4CCD-AF1A-85505E115D1B}"/>
              </a:ext>
            </a:extLst>
          </p:cNvPr>
          <p:cNvSpPr>
            <a:spLocks xmlns:a="http://schemas.openxmlformats.org/drawingml/2006/main" noGrp="1"/>
          </p:cNvSpPr>
          <p:nvPr/>
        </p:nvSpPr>
        <p:spPr>
          <a:xfrm xmlns:a="http://schemas.openxmlformats.org/drawingml/2006/main">
            <a:off x="6679216" y="476250"/>
            <a:ext cx="1495044"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רשומות</a:t>
            </a:r>
          </a:p>
        </p:txBody>
      </p:sp>
      <p:sp>
        <p:nvSpPr>
          <p:cNvPr id="5" name="">
            <a:extLst xmlns:a="http://schemas.openxmlformats.org/drawingml/2006/main">
              <a:ext uri="{FF2B5EF4-FFF2-40B4-BE49-F238E27FC236}">
                <a16:creationId xmlns:a16="http://schemas.microsoft.com/office/drawing/2014/main" id="{5A317B8F-CD63-469D-B62D-90B380C31269}"/>
              </a:ext>
            </a:extLst>
          </p:cNvPr>
          <p:cNvSpPr>
            <a:spLocks xmlns:a="http://schemas.openxmlformats.org/drawingml/2006/main" noGrp="1"/>
          </p:cNvSpPr>
          <p:nvPr/>
        </p:nvSpPr>
        <p:spPr>
          <a:xfrm xmlns:a="http://schemas.openxmlformats.org/drawingml/2006/main">
            <a:off x="5933789" y="476250"/>
            <a:ext cx="618553"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עם</a:t>
            </a:r>
          </a:p>
        </p:txBody>
      </p:sp>
      <p:sp>
        <p:nvSpPr>
          <p:cNvPr id="6" name="">
            <a:extLst xmlns:a="http://schemas.openxmlformats.org/drawingml/2006/main">
              <a:ext uri="{FF2B5EF4-FFF2-40B4-BE49-F238E27FC236}">
                <a16:creationId xmlns:a16="http://schemas.microsoft.com/office/drawing/2014/main" id="{3C2B3449-1C89-4F2E-8F39-FE8BFE7FA376}"/>
              </a:ext>
            </a:extLst>
          </p:cNvPr>
          <p:cNvSpPr>
            <a:spLocks xmlns:a="http://schemas.openxmlformats.org/drawingml/2006/main" noGrp="1"/>
          </p:cNvSpPr>
          <p:nvPr/>
        </p:nvSpPr>
        <p:spPr>
          <a:xfrm xmlns:a="http://schemas.openxmlformats.org/drawingml/2006/main">
            <a:off x="5060442" y="476250"/>
            <a:ext cx="746474"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קוד</a:t>
            </a:r>
          </a:p>
        </p:txBody>
      </p:sp>
      <p:sp>
        <p:nvSpPr>
          <p:cNvPr id="7" name="">
            <a:extLst xmlns:a="http://schemas.openxmlformats.org/drawingml/2006/main">
              <a:ext uri="{FF2B5EF4-FFF2-40B4-BE49-F238E27FC236}">
                <a16:creationId xmlns:a16="http://schemas.microsoft.com/office/drawing/2014/main" id="{922D0617-EF1E-4CE6-BF8B-F9BAD459062A}"/>
              </a:ext>
            </a:extLst>
          </p:cNvPr>
          <p:cNvSpPr>
            <a:spLocks xmlns:a="http://schemas.openxmlformats.org/drawingml/2006/main" noGrp="1"/>
          </p:cNvSpPr>
          <p:nvPr/>
        </p:nvSpPr>
        <p:spPr>
          <a:xfrm xmlns:a="http://schemas.openxmlformats.org/drawingml/2006/main">
            <a:off x="4024027" y="476250"/>
            <a:ext cx="909542"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מלא</a:t>
            </a:r>
          </a:p>
        </p:txBody>
      </p:sp>
      <p:sp>
        <p:nvSpPr>
          <p:cNvPr id="8" name="">
            <a:extLst xmlns:a="http://schemas.openxmlformats.org/drawingml/2006/main">
              <a:ext uri="{FF2B5EF4-FFF2-40B4-BE49-F238E27FC236}">
                <a16:creationId xmlns:a16="http://schemas.microsoft.com/office/drawing/2014/main" id="{0690E38F-B682-4524-BDE2-D35B809FD20B}"/>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07</a:t>
            </a:r>
          </a:p>
        </p:txBody>
      </p:sp>
      <p:sp>
        <p:nvSpPr>
          <p:cNvPr id="9" name="">
            <a:extLst xmlns:a="http://schemas.openxmlformats.org/drawingml/2006/main">
              <a:ext uri="{FF2B5EF4-FFF2-40B4-BE49-F238E27FC236}">
                <a16:creationId xmlns:a16="http://schemas.microsoft.com/office/drawing/2014/main" id="{91B35537-552A-42DC-AA51-2A364BE0464B}"/>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10" name="">
            <a:extLst xmlns:a="http://schemas.openxmlformats.org/drawingml/2006/main">
              <a:ext uri="{FF2B5EF4-FFF2-40B4-BE49-F238E27FC236}">
                <a16:creationId xmlns:a16="http://schemas.microsoft.com/office/drawing/2014/main" id="{AD0F4D0D-ACC1-435D-A001-3A843FC23CDF}"/>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11" name="">
            <a:extLst xmlns:a="http://schemas.openxmlformats.org/drawingml/2006/main">
              <a:ext uri="{FF2B5EF4-FFF2-40B4-BE49-F238E27FC236}">
                <a16:creationId xmlns:a16="http://schemas.microsoft.com/office/drawing/2014/main" id="{92B6135B-9554-4BA8-91B6-70991A94E29E}"/>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C05968BD-4D93-4AC2-8FCE-5187CBB14DD9}"/>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13" name="">
            <a:extLst xmlns:a="http://schemas.openxmlformats.org/drawingml/2006/main">
              <a:ext uri="{FF2B5EF4-FFF2-40B4-BE49-F238E27FC236}">
                <a16:creationId xmlns:a16="http://schemas.microsoft.com/office/drawing/2014/main" id="{AAFB9806-54C1-4568-B907-4C9B98E7C8CB}"/>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14" name="">
            <a:extLst xmlns:a="http://schemas.openxmlformats.org/drawingml/2006/main">
              <a:ext uri="{FF2B5EF4-FFF2-40B4-BE49-F238E27FC236}">
                <a16:creationId xmlns:a16="http://schemas.microsoft.com/office/drawing/2014/main" id="{A6E78E80-FE4F-4682-8B7F-8C4115CFD716}"/>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graphicFrame>
        <p:nvGraphicFramePr>
          <p:cNvPr id="15" name="">
            <a:extLst xmlns:a="http://schemas.openxmlformats.org/drawingml/2006/main">
              <a:ext uri="{FF2B5EF4-FFF2-40B4-BE49-F238E27FC236}">
                <a16:creationId xmlns:a16="http://schemas.microsoft.com/office/drawing/2014/main" id="{A81DDD61-9BD6-4180-AC83-565572CD38D5}"/>
              </a:ext>
            </a:extLst>
          </p:cNvPr>
          <p:cNvGraphicFramePr/>
          <p:nvPr/>
        </p:nvGraphicFramePr>
        <p:xfrm>
          <a:off xmlns:a="http://schemas.openxmlformats.org/drawingml/2006/main" x="762000" y="1524000"/>
          <a:ext xmlns:a="http://schemas.openxmlformats.org/drawingml/2006/main" cx="10668000" cy="2762250"/>
        </p:xfrm>
        <a:graphic xmlns:a="http://schemas.openxmlformats.org/drawingml/2006/main">
          <a:graphicData uri="http://schemas.openxmlformats.org/drawingml/2006/table">
            <a:tbl>
              <a:tblPr/>
              <a:tblGrid>
                <a:gridCol w="2476500"/>
                <a:gridCol w="3429000"/>
                <a:gridCol w="4762500"/>
              </a:tblGrid>
              <a:tr h="552450">
                <a:tc>
                  <a:txBody>
                    <a:bodyPr lIns="95250" tIns="95250" rIns="95250" bIns="95250"/>
                    <a:lstStyle/>
                    <a:p>
                      <a:pPr algn="r"/>
                      <a:r>
                        <a:rPr sz="1875" b="1">
                          <a:solidFill>
                            <a:srgbClr val="FFFFFF"/>
                          </a:solidFill>
                          <a:latin typeface="DejaVu Sans"/>
                          <a:ea typeface="DejaVu Sans"/>
                          <a:cs typeface="DejaVu Sans"/>
                        </a:rPr>
                        <a:t>Macro F1</a:t>
                      </a:r>
                    </a:p>
                  </a:txBody>
                  <a:tcPr marL="91440" marR="91440" marT="45720" marB="45720" anchor="ctr">
                    <a:lnL w="9525">
                      <a:solidFill>
                        <a:srgbClr val="D8E0E6"/>
                      </a:solidFill>
                      <a:prstDash val="solid"/>
                    </a:lnL>
                    <a:lnR w="9525">
                      <a:solidFill>
                        <a:srgbClr val="D8E0E6"/>
                      </a:solidFill>
                      <a:prstDash val="solid"/>
                    </a:lnR>
                    <a:lnT w="9525">
                      <a:solidFill>
                        <a:srgbClr val="D8E0E6"/>
                      </a:solidFill>
                      <a:prstDash val="solid"/>
                    </a:lnT>
                    <a:lnB w="9525">
                      <a:solidFill>
                        <a:srgbClr val="D8E0E6"/>
                      </a:solidFill>
                      <a:prstDash val="solid"/>
                    </a:lnB>
                    <a:solidFill>
                      <a:srgbClr val="173654"/>
                    </a:solidFill>
                  </a:tcPr>
                </a:tc>
                <a:tc>
                  <a:txBody>
                    <a:bodyPr lIns="95250" tIns="95250" rIns="95250" bIns="95250"/>
                    <a:lstStyle/>
                    <a:p>
                      <a:pPr algn="r"/>
                      <a:r>
                        <a:rPr sz="1875" b="1">
                          <a:solidFill>
                            <a:srgbClr val="FFFFFF"/>
                          </a:solidFill>
                          <a:latin typeface="DejaVu Sans"/>
                          <a:ea typeface="DejaVu Sans"/>
                          <a:cs typeface="DejaVu Sans"/>
                        </a:rPr>
                        <a:t>Exact-code accuracy</a:t>
                      </a:r>
                    </a:p>
                  </a:txBody>
                  <a:tcPr marL="91440" marR="91440" marT="45720" marB="45720" anchor="ctr">
                    <a:lnR w="9525">
                      <a:solidFill>
                        <a:srgbClr val="D8E0E6"/>
                      </a:solidFill>
                      <a:prstDash val="solid"/>
                    </a:lnR>
                    <a:lnT w="9525">
                      <a:solidFill>
                        <a:srgbClr val="D8E0E6"/>
                      </a:solidFill>
                      <a:prstDash val="solid"/>
                    </a:lnT>
                    <a:lnB w="9525">
                      <a:solidFill>
                        <a:srgbClr val="D8E0E6"/>
                      </a:solidFill>
                      <a:prstDash val="solid"/>
                    </a:lnB>
                    <a:solidFill>
                      <a:srgbClr val="173654"/>
                    </a:solidFill>
                  </a:tcPr>
                </a:tc>
                <a:tc>
                  <a:txBody>
                    <a:bodyPr lIns="95250" tIns="95250" rIns="95250" bIns="95250"/>
                    <a:lstStyle/>
                    <a:p>
                      <a:pPr algn="r"/>
                      <a:r>
                        <a:rPr sz="1875" b="1">
                          <a:solidFill>
                            <a:srgbClr val="FFFFFF"/>
                          </a:solidFill>
                          <a:latin typeface="DejaVu Sans"/>
                          <a:ea typeface="DejaVu Sans"/>
                          <a:cs typeface="DejaVu Sans"/>
                        </a:rPr>
                        <a:t>Model</a:t>
                      </a:r>
                    </a:p>
                  </a:txBody>
                  <a:tcPr marL="91440" marR="91440" marT="45720" marB="45720" anchor="ctr">
                    <a:lnR w="9525">
                      <a:solidFill>
                        <a:srgbClr val="D8E0E6"/>
                      </a:solidFill>
                      <a:prstDash val="solid"/>
                    </a:lnR>
                    <a:lnT w="9525">
                      <a:solidFill>
                        <a:srgbClr val="D8E0E6"/>
                      </a:solidFill>
                      <a:prstDash val="solid"/>
                    </a:lnT>
                    <a:lnB w="9525">
                      <a:solidFill>
                        <a:srgbClr val="D8E0E6"/>
                      </a:solidFill>
                      <a:prstDash val="solid"/>
                    </a:lnB>
                    <a:solidFill>
                      <a:srgbClr val="173654"/>
                    </a:solidFill>
                  </a:tcPr>
                </a:tc>
              </a:tr>
              <a:tr h="552450">
                <a:tc>
                  <a:txBody>
                    <a:bodyPr lIns="95250" tIns="95250" rIns="95250" bIns="95250"/>
                    <a:lstStyle/>
                    <a:p>
                      <a:pPr algn="r"/>
                      <a:r>
                        <a:rPr sz="1875" b="0">
                          <a:solidFill>
                            <a:srgbClr val="173654"/>
                          </a:solidFill>
                          <a:latin typeface="DejaVu Sans"/>
                          <a:ea typeface="DejaVu Sans"/>
                          <a:cs typeface="DejaVu Sans"/>
                        </a:rPr>
                        <a:t>0.003</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1F4F6"/>
                    </a:solidFill>
                  </a:tcPr>
                </a:tc>
                <a:tc>
                  <a:txBody>
                    <a:bodyPr lIns="95250" tIns="95250" rIns="95250" bIns="95250"/>
                    <a:lstStyle/>
                    <a:p>
                      <a:pPr algn="r"/>
                      <a:r>
                        <a:rPr sz="1875" b="0">
                          <a:solidFill>
                            <a:srgbClr val="173654"/>
                          </a:solidFill>
                          <a:latin typeface="DejaVu Sans"/>
                          <a:ea typeface="DejaVu Sans"/>
                          <a:cs typeface="DejaVu Sans"/>
                        </a:rPr>
                        <a:t>4.2%</a:t>
                      </a:r>
                    </a:p>
                  </a:txBody>
                  <a:tcPr marL="91440" marR="91440" marT="45720" marB="45720" anchor="ctr">
                    <a:lnR w="9525">
                      <a:solidFill>
                        <a:srgbClr val="D8E0E6"/>
                      </a:solidFill>
                      <a:prstDash val="solid"/>
                    </a:lnR>
                    <a:lnB w="9525">
                      <a:solidFill>
                        <a:srgbClr val="D8E0E6"/>
                      </a:solidFill>
                      <a:prstDash val="solid"/>
                    </a:lnB>
                    <a:solidFill>
                      <a:srgbClr val="F1F4F6"/>
                    </a:solidFill>
                  </a:tcPr>
                </a:tc>
                <a:tc>
                  <a:txBody>
                    <a:bodyPr lIns="95250" tIns="95250" rIns="95250" bIns="95250"/>
                    <a:lstStyle/>
                    <a:p>
                      <a:pPr algn="r"/>
                      <a:r>
                        <a:rPr sz="1875" b="0">
                          <a:solidFill>
                            <a:srgbClr val="173654"/>
                          </a:solidFill>
                          <a:latin typeface="DejaVu Sans"/>
                          <a:ea typeface="DejaVu Sans"/>
                          <a:cs typeface="DejaVu Sans"/>
                        </a:rPr>
                        <a:t>Most frequent</a:t>
                      </a:r>
                    </a:p>
                  </a:txBody>
                  <a:tcPr marL="91440" marR="91440" marT="45720" marB="45720" anchor="ctr">
                    <a:lnR w="9525">
                      <a:solidFill>
                        <a:srgbClr val="D8E0E6"/>
                      </a:solidFill>
                      <a:prstDash val="solid"/>
                    </a:lnR>
                    <a:lnB w="9525">
                      <a:solidFill>
                        <a:srgbClr val="D8E0E6"/>
                      </a:solidFill>
                      <a:prstDash val="solid"/>
                    </a:lnB>
                    <a:solidFill>
                      <a:srgbClr val="F1F4F6"/>
                    </a:solidFill>
                  </a:tcPr>
                </a:tc>
              </a:tr>
              <a:tr h="552450">
                <a:tc>
                  <a:txBody>
                    <a:bodyPr lIns="95250" tIns="95250" rIns="95250" bIns="95250"/>
                    <a:lstStyle/>
                    <a:p>
                      <a:pPr algn="r"/>
                      <a:r>
                        <a:rPr sz="1875" b="0">
                          <a:solidFill>
                            <a:srgbClr val="173654"/>
                          </a:solidFill>
                          <a:latin typeface="DejaVu Sans"/>
                          <a:ea typeface="DejaVu Sans"/>
                          <a:cs typeface="DejaVu Sans"/>
                        </a:rPr>
                        <a:t>0.211</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FFFFF"/>
                    </a:solidFill>
                  </a:tcPr>
                </a:tc>
                <a:tc>
                  <a:txBody>
                    <a:bodyPr lIns="95250" tIns="95250" rIns="95250" bIns="95250"/>
                    <a:lstStyle/>
                    <a:p>
                      <a:pPr algn="r"/>
                      <a:r>
                        <a:rPr sz="1875" b="0">
                          <a:solidFill>
                            <a:srgbClr val="173654"/>
                          </a:solidFill>
                          <a:latin typeface="DejaVu Sans"/>
                          <a:ea typeface="DejaVu Sans"/>
                          <a:cs typeface="DejaVu Sans"/>
                        </a:rPr>
                        <a:t>37.2%</a:t>
                      </a:r>
                    </a:p>
                  </a:txBody>
                  <a:tcPr marL="91440" marR="91440" marT="45720" marB="45720" anchor="ctr">
                    <a:lnR w="9525">
                      <a:solidFill>
                        <a:srgbClr val="D8E0E6"/>
                      </a:solidFill>
                      <a:prstDash val="solid"/>
                    </a:lnR>
                    <a:lnB w="9525">
                      <a:solidFill>
                        <a:srgbClr val="D8E0E6"/>
                      </a:solidFill>
                      <a:prstDash val="solid"/>
                    </a:lnB>
                    <a:solidFill>
                      <a:srgbClr val="FFFFFF"/>
                    </a:solidFill>
                  </a:tcPr>
                </a:tc>
                <a:tc>
                  <a:txBody>
                    <a:bodyPr lIns="95250" tIns="95250" rIns="95250" bIns="95250"/>
                    <a:lstStyle/>
                    <a:p>
                      <a:pPr algn="r"/>
                      <a:r>
                        <a:rPr sz="1875" b="0">
                          <a:solidFill>
                            <a:srgbClr val="173654"/>
                          </a:solidFill>
                          <a:latin typeface="DejaVu Sans"/>
                          <a:ea typeface="DejaVu Sans"/>
                          <a:cs typeface="DejaVu Sans"/>
                        </a:rPr>
                        <a:t>Word TF-IDF</a:t>
                      </a:r>
                    </a:p>
                  </a:txBody>
                  <a:tcPr marL="91440" marR="91440" marT="45720" marB="45720" anchor="ctr">
                    <a:lnR w="9525">
                      <a:solidFill>
                        <a:srgbClr val="D8E0E6"/>
                      </a:solidFill>
                      <a:prstDash val="solid"/>
                    </a:lnR>
                    <a:lnB w="9525">
                      <a:solidFill>
                        <a:srgbClr val="D8E0E6"/>
                      </a:solidFill>
                      <a:prstDash val="solid"/>
                    </a:lnB>
                    <a:solidFill>
                      <a:srgbClr val="FFFFFF"/>
                    </a:solidFill>
                  </a:tcPr>
                </a:tc>
              </a:tr>
              <a:tr h="552450">
                <a:tc>
                  <a:txBody>
                    <a:bodyPr lIns="95250" tIns="95250" rIns="95250" bIns="95250"/>
                    <a:lstStyle/>
                    <a:p>
                      <a:pPr algn="r"/>
                      <a:r>
                        <a:rPr sz="1875" b="0">
                          <a:solidFill>
                            <a:srgbClr val="173654"/>
                          </a:solidFill>
                          <a:latin typeface="DejaVu Sans"/>
                          <a:ea typeface="DejaVu Sans"/>
                          <a:cs typeface="DejaVu Sans"/>
                        </a:rPr>
                        <a:t>0.223</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1F4F6"/>
                    </a:solidFill>
                  </a:tcPr>
                </a:tc>
                <a:tc>
                  <a:txBody>
                    <a:bodyPr lIns="95250" tIns="95250" rIns="95250" bIns="95250"/>
                    <a:lstStyle/>
                    <a:p>
                      <a:pPr algn="r"/>
                      <a:r>
                        <a:rPr sz="1875" b="0">
                          <a:solidFill>
                            <a:srgbClr val="173654"/>
                          </a:solidFill>
                          <a:latin typeface="DejaVu Sans"/>
                          <a:ea typeface="DejaVu Sans"/>
                          <a:cs typeface="DejaVu Sans"/>
                        </a:rPr>
                        <a:t>39.8%</a:t>
                      </a:r>
                    </a:p>
                  </a:txBody>
                  <a:tcPr marL="91440" marR="91440" marT="45720" marB="45720" anchor="ctr">
                    <a:lnR w="9525">
                      <a:solidFill>
                        <a:srgbClr val="D8E0E6"/>
                      </a:solidFill>
                      <a:prstDash val="solid"/>
                    </a:lnR>
                    <a:lnB w="9525">
                      <a:solidFill>
                        <a:srgbClr val="D8E0E6"/>
                      </a:solidFill>
                      <a:prstDash val="solid"/>
                    </a:lnB>
                    <a:solidFill>
                      <a:srgbClr val="F1F4F6"/>
                    </a:solidFill>
                  </a:tcPr>
                </a:tc>
                <a:tc>
                  <a:txBody>
                    <a:bodyPr lIns="95250" tIns="95250" rIns="95250" bIns="95250"/>
                    <a:lstStyle/>
                    <a:p>
                      <a:pPr algn="r"/>
                      <a:r>
                        <a:rPr sz="1875" b="0">
                          <a:solidFill>
                            <a:srgbClr val="173654"/>
                          </a:solidFill>
                          <a:latin typeface="DejaVu Sans"/>
                          <a:ea typeface="DejaVu Sans"/>
                          <a:cs typeface="DejaVu Sans"/>
                        </a:rPr>
                        <a:t>Character TF-IDF</a:t>
                      </a:r>
                    </a:p>
                  </a:txBody>
                  <a:tcPr marL="91440" marR="91440" marT="45720" marB="45720" anchor="ctr">
                    <a:lnR w="9525">
                      <a:solidFill>
                        <a:srgbClr val="D8E0E6"/>
                      </a:solidFill>
                      <a:prstDash val="solid"/>
                    </a:lnR>
                    <a:lnB w="9525">
                      <a:solidFill>
                        <a:srgbClr val="D8E0E6"/>
                      </a:solidFill>
                      <a:prstDash val="solid"/>
                    </a:lnB>
                    <a:solidFill>
                      <a:srgbClr val="F1F4F6"/>
                    </a:solidFill>
                  </a:tcPr>
                </a:tc>
              </a:tr>
              <a:tr h="552450">
                <a:tc>
                  <a:txBody>
                    <a:bodyPr lIns="95250" tIns="95250" rIns="95250" bIns="95250"/>
                    <a:lstStyle/>
                    <a:p>
                      <a:pPr algn="r"/>
                      <a:r>
                        <a:rPr sz="1875" b="0">
                          <a:solidFill>
                            <a:srgbClr val="173654"/>
                          </a:solidFill>
                          <a:latin typeface="DejaVu Sans"/>
                          <a:ea typeface="DejaVu Sans"/>
                          <a:cs typeface="DejaVu Sans"/>
                        </a:rPr>
                        <a:t>0.223</a:t>
                      </a:r>
                    </a:p>
                  </a:txBody>
                  <a:tcPr marL="91440" marR="91440" marT="45720" marB="45720" anchor="ctr">
                    <a:lnL w="9525">
                      <a:solidFill>
                        <a:srgbClr val="D8E0E6"/>
                      </a:solidFill>
                      <a:prstDash val="solid"/>
                    </a:lnL>
                    <a:lnR w="9525">
                      <a:solidFill>
                        <a:srgbClr val="D8E0E6"/>
                      </a:solidFill>
                      <a:prstDash val="solid"/>
                    </a:lnR>
                    <a:lnB w="9525">
                      <a:solidFill>
                        <a:srgbClr val="D8E0E6"/>
                      </a:solidFill>
                      <a:prstDash val="solid"/>
                    </a:lnB>
                    <a:solidFill>
                      <a:srgbClr val="FFFFFF"/>
                    </a:solidFill>
                  </a:tcPr>
                </a:tc>
                <a:tc>
                  <a:txBody>
                    <a:bodyPr lIns="95250" tIns="95250" rIns="95250" bIns="95250"/>
                    <a:lstStyle/>
                    <a:p>
                      <a:pPr algn="r"/>
                      <a:r>
                        <a:rPr sz="1875" b="0">
                          <a:solidFill>
                            <a:srgbClr val="173654"/>
                          </a:solidFill>
                          <a:latin typeface="DejaVu Sans"/>
                          <a:ea typeface="DejaVu Sans"/>
                          <a:cs typeface="DejaVu Sans"/>
                        </a:rPr>
                        <a:t>39.8%</a:t>
                      </a:r>
                    </a:p>
                  </a:txBody>
                  <a:tcPr marL="91440" marR="91440" marT="45720" marB="45720" anchor="ctr">
                    <a:lnR w="9525">
                      <a:solidFill>
                        <a:srgbClr val="D8E0E6"/>
                      </a:solidFill>
                      <a:prstDash val="solid"/>
                    </a:lnR>
                    <a:lnB w="9525">
                      <a:solidFill>
                        <a:srgbClr val="D8E0E6"/>
                      </a:solidFill>
                      <a:prstDash val="solid"/>
                    </a:lnB>
                    <a:solidFill>
                      <a:srgbClr val="FFFFFF"/>
                    </a:solidFill>
                  </a:tcPr>
                </a:tc>
                <a:tc>
                  <a:txBody>
                    <a:bodyPr lIns="95250" tIns="95250" rIns="95250" bIns="95250"/>
                    <a:lstStyle/>
                    <a:p>
                      <a:pPr algn="r"/>
                      <a:r>
                        <a:rPr sz="1875" b="0">
                          <a:solidFill>
                            <a:srgbClr val="173654"/>
                          </a:solidFill>
                          <a:latin typeface="DejaVu Sans"/>
                          <a:ea typeface="DejaVu Sans"/>
                          <a:cs typeface="DejaVu Sans"/>
                        </a:rPr>
                        <a:t>Word + character TF-IDF</a:t>
                      </a:r>
                    </a:p>
                  </a:txBody>
                  <a:tcPr marL="91440" marR="91440" marT="45720" marB="45720" anchor="ctr">
                    <a:lnR w="9525">
                      <a:solidFill>
                        <a:srgbClr val="D8E0E6"/>
                      </a:solidFill>
                      <a:prstDash val="solid"/>
                    </a:lnR>
                    <a:lnB w="9525">
                      <a:solidFill>
                        <a:srgbClr val="D8E0E6"/>
                      </a:solidFill>
                      <a:prstDash val="solid"/>
                    </a:lnB>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C87BC010-8306-4E00-985D-819DFF89AD13}"/>
              </a:ext>
            </a:extLst>
          </p:cNvPr>
          <p:cNvSpPr>
            <a:spLocks xmlns:a="http://schemas.openxmlformats.org/drawingml/2006/main" noGrp="1"/>
          </p:cNvSpPr>
          <p:nvPr/>
        </p:nvSpPr>
        <p:spPr>
          <a:xfrm xmlns:a="http://schemas.openxmlformats.org/drawingml/2006/main">
            <a:off x="10643616" y="4619625"/>
            <a:ext cx="805434"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המודל</a:t>
            </a:r>
          </a:p>
        </p:txBody>
      </p:sp>
      <p:sp>
        <p:nvSpPr>
          <p:cNvPr id="17" name="">
            <a:extLst xmlns:a="http://schemas.openxmlformats.org/drawingml/2006/main">
              <a:ext uri="{FF2B5EF4-FFF2-40B4-BE49-F238E27FC236}">
                <a16:creationId xmlns:a16="http://schemas.microsoft.com/office/drawing/2014/main" id="{DAB2CCA8-93D8-425B-9D75-0EAAE2B4DE34}"/>
              </a:ext>
            </a:extLst>
          </p:cNvPr>
          <p:cNvSpPr>
            <a:spLocks xmlns:a="http://schemas.openxmlformats.org/drawingml/2006/main" noGrp="1"/>
          </p:cNvSpPr>
          <p:nvPr/>
        </p:nvSpPr>
        <p:spPr>
          <a:xfrm xmlns:a="http://schemas.openxmlformats.org/drawingml/2006/main">
            <a:off x="9633204" y="4619625"/>
            <a:ext cx="939927"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הראשי:</a:t>
            </a:r>
          </a:p>
        </p:txBody>
      </p:sp>
      <p:sp>
        <p:nvSpPr>
          <p:cNvPr id="18" name="">
            <a:extLst xmlns:a="http://schemas.openxmlformats.org/drawingml/2006/main">
              <a:ext uri="{FF2B5EF4-FFF2-40B4-BE49-F238E27FC236}">
                <a16:creationId xmlns:a16="http://schemas.microsoft.com/office/drawing/2014/main" id="{3C1F62C8-EA40-48B8-AE2F-AEFBC09F076D}"/>
              </a:ext>
            </a:extLst>
          </p:cNvPr>
          <p:cNvSpPr>
            <a:spLocks xmlns:a="http://schemas.openxmlformats.org/drawingml/2006/main" noGrp="1"/>
          </p:cNvSpPr>
          <p:nvPr/>
        </p:nvSpPr>
        <p:spPr>
          <a:xfrm xmlns:a="http://schemas.openxmlformats.org/drawingml/2006/main">
            <a:off x="8734806" y="4619625"/>
            <a:ext cx="827913"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התווית</a:t>
            </a:r>
          </a:p>
        </p:txBody>
      </p:sp>
      <p:sp>
        <p:nvSpPr>
          <p:cNvPr id="19" name="">
            <a:extLst xmlns:a="http://schemas.openxmlformats.org/drawingml/2006/main">
              <a:ext uri="{FF2B5EF4-FFF2-40B4-BE49-F238E27FC236}">
                <a16:creationId xmlns:a16="http://schemas.microsoft.com/office/drawing/2014/main" id="{BB8169FC-1012-4507-903F-5E01115FF2BE}"/>
              </a:ext>
            </a:extLst>
          </p:cNvPr>
          <p:cNvSpPr>
            <a:spLocks xmlns:a="http://schemas.openxmlformats.org/drawingml/2006/main" noGrp="1"/>
          </p:cNvSpPr>
          <p:nvPr/>
        </p:nvSpPr>
        <p:spPr>
          <a:xfrm xmlns:a="http://schemas.openxmlformats.org/drawingml/2006/main">
            <a:off x="7783259" y="4619625"/>
            <a:ext cx="881063"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נמצאת</a:t>
            </a:r>
          </a:p>
        </p:txBody>
      </p:sp>
      <p:sp>
        <p:nvSpPr>
          <p:cNvPr id="20" name="">
            <a:extLst xmlns:a="http://schemas.openxmlformats.org/drawingml/2006/main">
              <a:ext uri="{FF2B5EF4-FFF2-40B4-BE49-F238E27FC236}">
                <a16:creationId xmlns:a16="http://schemas.microsoft.com/office/drawing/2014/main" id="{6ED7ADE7-AE04-4019-A6F4-5863C67F4C29}"/>
              </a:ext>
            </a:extLst>
          </p:cNvPr>
          <p:cNvSpPr>
            <a:spLocks xmlns:a="http://schemas.openxmlformats.org/drawingml/2006/main" noGrp="1"/>
          </p:cNvSpPr>
          <p:nvPr/>
        </p:nvSpPr>
        <p:spPr>
          <a:xfrm xmlns:a="http://schemas.openxmlformats.org/drawingml/2006/main">
            <a:off x="7344347" y="4619625"/>
            <a:ext cx="368427"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בין</a:t>
            </a:r>
          </a:p>
        </p:txBody>
      </p:sp>
      <p:sp>
        <p:nvSpPr>
          <p:cNvPr id="21" name="">
            <a:extLst xmlns:a="http://schemas.openxmlformats.org/drawingml/2006/main">
              <a:ext uri="{FF2B5EF4-FFF2-40B4-BE49-F238E27FC236}">
                <a16:creationId xmlns:a16="http://schemas.microsoft.com/office/drawing/2014/main" id="{5FFABA10-C210-42FA-9541-1D19C7C68F0E}"/>
              </a:ext>
            </a:extLst>
          </p:cNvPr>
          <p:cNvSpPr>
            <a:spLocks xmlns:a="http://schemas.openxmlformats.org/drawingml/2006/main" noGrp="1"/>
          </p:cNvSpPr>
          <p:nvPr/>
        </p:nvSpPr>
        <p:spPr>
          <a:xfrm xmlns:a="http://schemas.openxmlformats.org/drawingml/2006/main">
            <a:off x="6592348" y="4619625"/>
            <a:ext cx="681514"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שלוש</a:t>
            </a:r>
          </a:p>
        </p:txBody>
      </p:sp>
      <p:sp>
        <p:nvSpPr>
          <p:cNvPr id="22" name="">
            <a:extLst xmlns:a="http://schemas.openxmlformats.org/drawingml/2006/main">
              <a:ext uri="{FF2B5EF4-FFF2-40B4-BE49-F238E27FC236}">
                <a16:creationId xmlns:a16="http://schemas.microsoft.com/office/drawing/2014/main" id="{21B2E7A2-81C8-4713-A279-ADF99547B832}"/>
              </a:ext>
            </a:extLst>
          </p:cNvPr>
          <p:cNvSpPr>
            <a:spLocks xmlns:a="http://schemas.openxmlformats.org/drawingml/2006/main" noGrp="1"/>
          </p:cNvSpPr>
          <p:nvPr/>
        </p:nvSpPr>
        <p:spPr>
          <a:xfrm xmlns:a="http://schemas.openxmlformats.org/drawingml/2006/main">
            <a:off x="5517737" y="4619625"/>
            <a:ext cx="1004125"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ההצעות</a:t>
            </a:r>
          </a:p>
        </p:txBody>
      </p:sp>
      <p:sp>
        <p:nvSpPr>
          <p:cNvPr id="23" name="">
            <a:extLst xmlns:a="http://schemas.openxmlformats.org/drawingml/2006/main">
              <a:ext uri="{FF2B5EF4-FFF2-40B4-BE49-F238E27FC236}">
                <a16:creationId xmlns:a16="http://schemas.microsoft.com/office/drawing/2014/main" id="{E0888D98-B775-4F1C-94C1-068E3E9026C3}"/>
              </a:ext>
            </a:extLst>
          </p:cNvPr>
          <p:cNvSpPr>
            <a:spLocks xmlns:a="http://schemas.openxmlformats.org/drawingml/2006/main" noGrp="1"/>
          </p:cNvSpPr>
          <p:nvPr/>
        </p:nvSpPr>
        <p:spPr>
          <a:xfrm xmlns:a="http://schemas.openxmlformats.org/drawingml/2006/main">
            <a:off x="4243864" y="4619625"/>
            <a:ext cx="1203388"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ב־47.1%</a:t>
            </a:r>
          </a:p>
        </p:txBody>
      </p:sp>
      <p:sp>
        <p:nvSpPr>
          <p:cNvPr id="24" name="">
            <a:extLst xmlns:a="http://schemas.openxmlformats.org/drawingml/2006/main">
              <a:ext uri="{FF2B5EF4-FFF2-40B4-BE49-F238E27FC236}">
                <a16:creationId xmlns:a16="http://schemas.microsoft.com/office/drawing/2014/main" id="{3E4EAB8A-97B4-4EE6-9682-B4C407E21C0B}"/>
              </a:ext>
            </a:extLst>
          </p:cNvPr>
          <p:cNvSpPr>
            <a:spLocks xmlns:a="http://schemas.openxmlformats.org/drawingml/2006/main" noGrp="1"/>
          </p:cNvSpPr>
          <p:nvPr/>
        </p:nvSpPr>
        <p:spPr>
          <a:xfrm xmlns:a="http://schemas.openxmlformats.org/drawingml/2006/main">
            <a:off x="2977896" y="4619625"/>
            <a:ext cx="1195483"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025" b="1">
                <a:solidFill>
                  <a:srgbClr val="245B83"/>
                </a:solidFill>
                <a:latin typeface="DejaVu Sans"/>
                <a:ea typeface="DejaVu Sans"/>
                <a:cs typeface="DejaVu Sans"/>
              </a:defRPr>
            </a:defPPr>
            <a:lvl1pPr algn="ctr">
              <a:defRPr sz="2025" b="1">
                <a:solidFill>
                  <a:srgbClr val="245B83"/>
                </a:solidFill>
                <a:latin typeface="DejaVu Sans"/>
                <a:ea typeface="DejaVu Sans"/>
                <a:cs typeface="DejaVu Sans"/>
              </a:defRPr>
            </a:lvl1pPr>
            <a:lvl2pPr algn="ctr">
              <a:defRPr sz="2025" b="1">
                <a:solidFill>
                  <a:srgbClr val="245B83"/>
                </a:solidFill>
                <a:latin typeface="DejaVu Sans"/>
                <a:ea typeface="DejaVu Sans"/>
                <a:cs typeface="DejaVu Sans"/>
              </a:defRPr>
            </a:lvl2pPr>
            <a:lvl3pPr algn="ctr">
              <a:defRPr sz="2025" b="1">
                <a:solidFill>
                  <a:srgbClr val="245B83"/>
                </a:solidFill>
                <a:latin typeface="DejaVu Sans"/>
                <a:ea typeface="DejaVu Sans"/>
                <a:cs typeface="DejaVu Sans"/>
              </a:defRPr>
            </a:lvl3pPr>
            <a:lvl4pPr algn="ctr">
              <a:defRPr sz="2025" b="1">
                <a:solidFill>
                  <a:srgbClr val="245B83"/>
                </a:solidFill>
                <a:latin typeface="DejaVu Sans"/>
                <a:ea typeface="DejaVu Sans"/>
                <a:cs typeface="DejaVu Sans"/>
              </a:defRPr>
            </a:lvl4pPr>
            <a:lvl5pPr algn="ctr">
              <a:defRPr sz="2025" b="1">
                <a:solidFill>
                  <a:srgbClr val="245B83"/>
                </a:solidFill>
                <a:latin typeface="DejaVu Sans"/>
                <a:ea typeface="DejaVu Sans"/>
                <a:cs typeface="DejaVu Sans"/>
              </a:defRPr>
            </a:lvl5pPr>
            <a:lvl6pPr algn="ctr">
              <a:defRPr sz="2025" b="1">
                <a:solidFill>
                  <a:srgbClr val="245B83"/>
                </a:solidFill>
                <a:latin typeface="DejaVu Sans"/>
                <a:ea typeface="DejaVu Sans"/>
                <a:cs typeface="DejaVu Sans"/>
              </a:defRPr>
            </a:lvl6pPr>
            <a:lvl7pPr algn="ctr">
              <a:defRPr sz="2025" b="1">
                <a:solidFill>
                  <a:srgbClr val="245B83"/>
                </a:solidFill>
                <a:latin typeface="DejaVu Sans"/>
                <a:ea typeface="DejaVu Sans"/>
                <a:cs typeface="DejaVu Sans"/>
              </a:defRPr>
            </a:lvl7pPr>
            <a:lvl8pPr algn="ctr">
              <a:defRPr sz="2025" b="1">
                <a:solidFill>
                  <a:srgbClr val="245B83"/>
                </a:solidFill>
                <a:latin typeface="DejaVu Sans"/>
                <a:ea typeface="DejaVu Sans"/>
                <a:cs typeface="DejaVu Sans"/>
              </a:defRPr>
            </a:lvl8pPr>
            <a:lvl9pPr algn="ctr">
              <a:defRPr sz="2025" b="1">
                <a:solidFill>
                  <a:srgbClr val="245B83"/>
                </a:solidFill>
                <a:latin typeface="DejaVu Sans"/>
                <a:ea typeface="DejaVu Sans"/>
                <a:cs typeface="DejaVu Sans"/>
              </a:defRPr>
            </a:lvl9pPr>
          </a:lstStyle>
          <a:p xmlns:a="http://schemas.openxmlformats.org/drawingml/2006/main">
            <a:pPr algn="ctr">
              <a:defRPr sz="2025" b="1">
                <a:solidFill>
                  <a:srgbClr val="245B83"/>
                </a:solidFill>
                <a:latin typeface="DejaVu Sans"/>
                <a:ea typeface="DejaVu Sans"/>
                <a:cs typeface="DejaVu Sans"/>
              </a:defRPr>
            </a:pPr>
            <a:r>
              <a:rPr sz="2025" b="1">
                <a:solidFill>
                  <a:srgbClr val="245B83"/>
                </a:solidFill>
                <a:latin typeface="DejaVu Sans"/>
                <a:ea typeface="DejaVu Sans"/>
                <a:cs typeface="DejaVu Sans"/>
              </a:rPr>
              <a:t>מהמקרים</a:t>
            </a:r>
          </a:p>
        </p:txBody>
      </p:sp>
      <p:sp>
        <p:nvSpPr>
          <p:cNvPr id="25" name="">
            <a:extLst xmlns:a="http://schemas.openxmlformats.org/drawingml/2006/main">
              <a:ext uri="{FF2B5EF4-FFF2-40B4-BE49-F238E27FC236}">
                <a16:creationId xmlns:a16="http://schemas.microsoft.com/office/drawing/2014/main" id="{65DD94FE-EA7D-48F1-86AB-C298E3A8E6F1}"/>
              </a:ext>
            </a:extLst>
          </p:cNvPr>
          <p:cNvSpPr>
            <a:spLocks xmlns:a="http://schemas.openxmlformats.org/drawingml/2006/main" noGrp="1"/>
          </p:cNvSpPr>
          <p:nvPr/>
        </p:nvSpPr>
        <p:spPr>
          <a:xfrm xmlns:a="http://schemas.openxmlformats.org/drawingml/2006/main">
            <a:off x="10774680" y="5429250"/>
            <a:ext cx="67437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חלוקת</a:t>
            </a:r>
          </a:p>
        </p:txBody>
      </p:sp>
      <p:sp>
        <p:nvSpPr>
          <p:cNvPr id="26" name="">
            <a:extLst xmlns:a="http://schemas.openxmlformats.org/drawingml/2006/main">
              <a:ext uri="{FF2B5EF4-FFF2-40B4-BE49-F238E27FC236}">
                <a16:creationId xmlns:a16="http://schemas.microsoft.com/office/drawing/2014/main" id="{E04B1453-181E-4862-9EA5-CAA6E9818E66}"/>
              </a:ext>
            </a:extLst>
          </p:cNvPr>
          <p:cNvSpPr>
            <a:spLocks xmlns:a="http://schemas.openxmlformats.org/drawingml/2006/main" noGrp="1"/>
          </p:cNvSpPr>
          <p:nvPr/>
        </p:nvSpPr>
        <p:spPr>
          <a:xfrm xmlns:a="http://schemas.openxmlformats.org/drawingml/2006/main">
            <a:off x="10134219" y="5429250"/>
            <a:ext cx="589883"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שורות</a:t>
            </a:r>
          </a:p>
        </p:txBody>
      </p:sp>
      <p:sp>
        <p:nvSpPr>
          <p:cNvPr id="27" name="">
            <a:extLst xmlns:a="http://schemas.openxmlformats.org/drawingml/2006/main">
              <a:ext uri="{FF2B5EF4-FFF2-40B4-BE49-F238E27FC236}">
                <a16:creationId xmlns:a16="http://schemas.microsoft.com/office/drawing/2014/main" id="{D88B1433-FB62-432E-B1F9-7CF7193C20E8}"/>
              </a:ext>
            </a:extLst>
          </p:cNvPr>
          <p:cNvSpPr>
            <a:spLocks xmlns:a="http://schemas.openxmlformats.org/drawingml/2006/main" noGrp="1"/>
          </p:cNvSpPr>
          <p:nvPr/>
        </p:nvSpPr>
        <p:spPr>
          <a:xfrm xmlns:a="http://schemas.openxmlformats.org/drawingml/2006/main">
            <a:off x="9271063" y="5429250"/>
            <a:ext cx="812578"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אקראית</a:t>
            </a:r>
          </a:p>
        </p:txBody>
      </p:sp>
      <p:sp>
        <p:nvSpPr>
          <p:cNvPr id="28" name="">
            <a:extLst xmlns:a="http://schemas.openxmlformats.org/drawingml/2006/main">
              <a:ext uri="{FF2B5EF4-FFF2-40B4-BE49-F238E27FC236}">
                <a16:creationId xmlns:a16="http://schemas.microsoft.com/office/drawing/2014/main" id="{32005DC5-2675-4FDB-B09D-DBB7193B8595}"/>
              </a:ext>
            </a:extLst>
          </p:cNvPr>
          <p:cNvSpPr>
            <a:spLocks xmlns:a="http://schemas.openxmlformats.org/drawingml/2006/main" noGrp="1"/>
          </p:cNvSpPr>
          <p:nvPr/>
        </p:nvSpPr>
        <p:spPr>
          <a:xfrm xmlns:a="http://schemas.openxmlformats.org/drawingml/2006/main">
            <a:off x="8649748" y="5429250"/>
            <a:ext cx="570738"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נותנת</a:t>
            </a:r>
          </a:p>
        </p:txBody>
      </p:sp>
      <p:sp>
        <p:nvSpPr>
          <p:cNvPr id="29" name="">
            <a:extLst xmlns:a="http://schemas.openxmlformats.org/drawingml/2006/main">
              <a:ext uri="{FF2B5EF4-FFF2-40B4-BE49-F238E27FC236}">
                <a16:creationId xmlns:a16="http://schemas.microsoft.com/office/drawing/2014/main" id="{760F7C74-950E-49E1-916C-93194C685D5D}"/>
              </a:ext>
            </a:extLst>
          </p:cNvPr>
          <p:cNvSpPr>
            <a:spLocks xmlns:a="http://schemas.openxmlformats.org/drawingml/2006/main" noGrp="1"/>
          </p:cNvSpPr>
          <p:nvPr/>
        </p:nvSpPr>
        <p:spPr>
          <a:xfrm xmlns:a="http://schemas.openxmlformats.org/drawingml/2006/main">
            <a:off x="7855553" y="5429250"/>
            <a:ext cx="743617"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79.6%</a:t>
            </a:r>
          </a:p>
        </p:txBody>
      </p:sp>
      <p:sp>
        <p:nvSpPr>
          <p:cNvPr id="30" name="">
            <a:extLst xmlns:a="http://schemas.openxmlformats.org/drawingml/2006/main">
              <a:ext uri="{FF2B5EF4-FFF2-40B4-BE49-F238E27FC236}">
                <a16:creationId xmlns:a16="http://schemas.microsoft.com/office/drawing/2014/main" id="{966625FF-4BDD-4E44-82D4-4B5143AE9944}"/>
              </a:ext>
            </a:extLst>
          </p:cNvPr>
          <p:cNvSpPr>
            <a:spLocks xmlns:a="http://schemas.openxmlformats.org/drawingml/2006/main" noGrp="1"/>
          </p:cNvSpPr>
          <p:nvPr/>
        </p:nvSpPr>
        <p:spPr>
          <a:xfrm xmlns:a="http://schemas.openxmlformats.org/drawingml/2006/main">
            <a:off x="6842760" y="5429250"/>
            <a:ext cx="962215"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ומאפשרת</a:t>
            </a:r>
          </a:p>
        </p:txBody>
      </p:sp>
      <p:sp>
        <p:nvSpPr>
          <p:cNvPr id="31" name="">
            <a:extLst xmlns:a="http://schemas.openxmlformats.org/drawingml/2006/main">
              <a:ext uri="{FF2B5EF4-FFF2-40B4-BE49-F238E27FC236}">
                <a16:creationId xmlns:a16="http://schemas.microsoft.com/office/drawing/2014/main" id="{52522F4E-E339-45FD-8121-A6DB197C62CC}"/>
              </a:ext>
            </a:extLst>
          </p:cNvPr>
          <p:cNvSpPr>
            <a:spLocks xmlns:a="http://schemas.openxmlformats.org/drawingml/2006/main" noGrp="1"/>
          </p:cNvSpPr>
          <p:nvPr/>
        </p:nvSpPr>
        <p:spPr>
          <a:xfrm xmlns:a="http://schemas.openxmlformats.org/drawingml/2006/main">
            <a:off x="6257925" y="5429250"/>
            <a:ext cx="534257"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חזרת</a:t>
            </a:r>
          </a:p>
        </p:txBody>
      </p:sp>
      <p:sp>
        <p:nvSpPr>
          <p:cNvPr id="32" name="">
            <a:extLst xmlns:a="http://schemas.openxmlformats.org/drawingml/2006/main">
              <a:ext uri="{FF2B5EF4-FFF2-40B4-BE49-F238E27FC236}">
                <a16:creationId xmlns:a16="http://schemas.microsoft.com/office/drawing/2014/main" id="{A1369344-B8EB-4249-B99A-2F5624BE4617}"/>
              </a:ext>
            </a:extLst>
          </p:cNvPr>
          <p:cNvSpPr>
            <a:spLocks xmlns:a="http://schemas.openxmlformats.org/drawingml/2006/main" noGrp="1"/>
          </p:cNvSpPr>
          <p:nvPr/>
        </p:nvSpPr>
        <p:spPr>
          <a:xfrm xmlns:a="http://schemas.openxmlformats.org/drawingml/2006/main">
            <a:off x="5442585" y="5429250"/>
            <a:ext cx="764762"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תיאורים</a:t>
            </a:r>
          </a:p>
        </p:txBody>
      </p:sp>
      <p:sp>
        <p:nvSpPr>
          <p:cNvPr id="33" name="">
            <a:extLst xmlns:a="http://schemas.openxmlformats.org/drawingml/2006/main">
              <a:ext uri="{FF2B5EF4-FFF2-40B4-BE49-F238E27FC236}">
                <a16:creationId xmlns:a16="http://schemas.microsoft.com/office/drawing/2014/main" id="{0127102E-499C-4778-ADF2-BE882F7F5D5F}"/>
              </a:ext>
            </a:extLst>
          </p:cNvPr>
          <p:cNvSpPr>
            <a:spLocks xmlns:a="http://schemas.openxmlformats.org/drawingml/2006/main" noGrp="1"/>
          </p:cNvSpPr>
          <p:nvPr/>
        </p:nvSpPr>
        <p:spPr>
          <a:xfrm xmlns:a="http://schemas.openxmlformats.org/drawingml/2006/main">
            <a:off x="5109020" y="5429250"/>
            <a:ext cx="282988"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בין</a:t>
            </a:r>
          </a:p>
        </p:txBody>
      </p:sp>
      <p:sp>
        <p:nvSpPr>
          <p:cNvPr id="34" name="">
            <a:extLst xmlns:a="http://schemas.openxmlformats.org/drawingml/2006/main">
              <a:ext uri="{FF2B5EF4-FFF2-40B4-BE49-F238E27FC236}">
                <a16:creationId xmlns:a16="http://schemas.microsoft.com/office/drawing/2014/main" id="{DF435ED9-9B26-4A9D-9761-369667EEBB34}"/>
              </a:ext>
            </a:extLst>
          </p:cNvPr>
          <p:cNvSpPr>
            <a:spLocks xmlns:a="http://schemas.openxmlformats.org/drawingml/2006/main" noGrp="1"/>
          </p:cNvSpPr>
          <p:nvPr/>
        </p:nvSpPr>
        <p:spPr>
          <a:xfrm xmlns:a="http://schemas.openxmlformats.org/drawingml/2006/main">
            <a:off x="4547235" y="5429250"/>
            <a:ext cx="511207"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אימון</a:t>
            </a:r>
          </a:p>
        </p:txBody>
      </p:sp>
      <p:sp>
        <p:nvSpPr>
          <p:cNvPr id="35" name="">
            <a:extLst xmlns:a="http://schemas.openxmlformats.org/drawingml/2006/main">
              <a:ext uri="{FF2B5EF4-FFF2-40B4-BE49-F238E27FC236}">
                <a16:creationId xmlns:a16="http://schemas.microsoft.com/office/drawing/2014/main" id="{8ECC368C-C8C4-460A-AC08-C66C920C04BB}"/>
              </a:ext>
            </a:extLst>
          </p:cNvPr>
          <p:cNvSpPr>
            <a:spLocks xmlns:a="http://schemas.openxmlformats.org/drawingml/2006/main" noGrp="1"/>
          </p:cNvSpPr>
          <p:nvPr/>
        </p:nvSpPr>
        <p:spPr>
          <a:xfrm xmlns:a="http://schemas.openxmlformats.org/drawingml/2006/main">
            <a:off x="3730752" y="5429250"/>
            <a:ext cx="765905"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725" b="0">
                <a:solidFill>
                  <a:srgbClr val="506274"/>
                </a:solidFill>
                <a:latin typeface="DejaVu Sans"/>
                <a:ea typeface="DejaVu Sans"/>
                <a:cs typeface="DejaVu Sans"/>
              </a:defRPr>
            </a:defPPr>
            <a:lvl1pPr algn="ctr">
              <a:defRPr sz="1725" b="0">
                <a:solidFill>
                  <a:srgbClr val="506274"/>
                </a:solidFill>
                <a:latin typeface="DejaVu Sans"/>
                <a:ea typeface="DejaVu Sans"/>
                <a:cs typeface="DejaVu Sans"/>
              </a:defRPr>
            </a:lvl1pPr>
            <a:lvl2pPr algn="ctr">
              <a:defRPr sz="1725" b="0">
                <a:solidFill>
                  <a:srgbClr val="506274"/>
                </a:solidFill>
                <a:latin typeface="DejaVu Sans"/>
                <a:ea typeface="DejaVu Sans"/>
                <a:cs typeface="DejaVu Sans"/>
              </a:defRPr>
            </a:lvl2pPr>
            <a:lvl3pPr algn="ctr">
              <a:defRPr sz="1725" b="0">
                <a:solidFill>
                  <a:srgbClr val="506274"/>
                </a:solidFill>
                <a:latin typeface="DejaVu Sans"/>
                <a:ea typeface="DejaVu Sans"/>
                <a:cs typeface="DejaVu Sans"/>
              </a:defRPr>
            </a:lvl3pPr>
            <a:lvl4pPr algn="ctr">
              <a:defRPr sz="1725" b="0">
                <a:solidFill>
                  <a:srgbClr val="506274"/>
                </a:solidFill>
                <a:latin typeface="DejaVu Sans"/>
                <a:ea typeface="DejaVu Sans"/>
                <a:cs typeface="DejaVu Sans"/>
              </a:defRPr>
            </a:lvl4pPr>
            <a:lvl5pPr algn="ctr">
              <a:defRPr sz="1725" b="0">
                <a:solidFill>
                  <a:srgbClr val="506274"/>
                </a:solidFill>
                <a:latin typeface="DejaVu Sans"/>
                <a:ea typeface="DejaVu Sans"/>
                <a:cs typeface="DejaVu Sans"/>
              </a:defRPr>
            </a:lvl5pPr>
            <a:lvl6pPr algn="ctr">
              <a:defRPr sz="1725" b="0">
                <a:solidFill>
                  <a:srgbClr val="506274"/>
                </a:solidFill>
                <a:latin typeface="DejaVu Sans"/>
                <a:ea typeface="DejaVu Sans"/>
                <a:cs typeface="DejaVu Sans"/>
              </a:defRPr>
            </a:lvl6pPr>
            <a:lvl7pPr algn="ctr">
              <a:defRPr sz="1725" b="0">
                <a:solidFill>
                  <a:srgbClr val="506274"/>
                </a:solidFill>
                <a:latin typeface="DejaVu Sans"/>
                <a:ea typeface="DejaVu Sans"/>
                <a:cs typeface="DejaVu Sans"/>
              </a:defRPr>
            </a:lvl7pPr>
            <a:lvl8pPr algn="ctr">
              <a:defRPr sz="1725" b="0">
                <a:solidFill>
                  <a:srgbClr val="506274"/>
                </a:solidFill>
                <a:latin typeface="DejaVu Sans"/>
                <a:ea typeface="DejaVu Sans"/>
                <a:cs typeface="DejaVu Sans"/>
              </a:defRPr>
            </a:lvl8pPr>
            <a:lvl9pPr algn="ctr">
              <a:defRPr sz="1725" b="0">
                <a:solidFill>
                  <a:srgbClr val="506274"/>
                </a:solidFill>
                <a:latin typeface="DejaVu Sans"/>
                <a:ea typeface="DejaVu Sans"/>
                <a:cs typeface="DejaVu Sans"/>
              </a:defRPr>
            </a:lvl9pPr>
          </a:lstStyle>
          <a:p xmlns:a="http://schemas.openxmlformats.org/drawingml/2006/main">
            <a:pPr algn="ctr">
              <a:defRPr sz="1725" b="0">
                <a:solidFill>
                  <a:srgbClr val="506274"/>
                </a:solidFill>
                <a:latin typeface="DejaVu Sans"/>
                <a:ea typeface="DejaVu Sans"/>
                <a:cs typeface="DejaVu Sans"/>
              </a:defRPr>
            </a:pPr>
            <a:r>
              <a:rPr sz="1725" b="0">
                <a:solidFill>
                  <a:srgbClr val="506274"/>
                </a:solidFill>
                <a:latin typeface="DejaVu Sans"/>
                <a:ea typeface="DejaVu Sans"/>
                <a:cs typeface="DejaVu Sans"/>
              </a:rPr>
              <a:t>לבדיקה</a:t>
            </a:r>
          </a:p>
        </p:txBody>
      </p:sp>
    </p:spTree>
    <p:extLst>
      <p:ext uri="{BB962C8B-B14F-4D97-AF65-F5344CB8AC3E}">
        <p14:creationId xmlns:p14="http://schemas.microsoft.com/office/powerpoint/2010/main" val="1009349746"/>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46EEBAD5-646D-4DC6-BB3D-CA3FE8CE6286}"/>
              </a:ext>
            </a:extLst>
          </p:cNvPr>
          <p:cNvSpPr>
            <a:spLocks xmlns:a="http://schemas.openxmlformats.org/drawingml/2006/main" noGrp="1"/>
          </p:cNvSpPr>
          <p:nvPr/>
        </p:nvSpPr>
        <p:spPr>
          <a:xfrm xmlns:a="http://schemas.openxmlformats.org/drawingml/2006/main">
            <a:off x="10049256" y="476250"/>
            <a:ext cx="1495044"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רשומות</a:t>
            </a:r>
          </a:p>
        </p:txBody>
      </p:sp>
      <p:sp>
        <p:nvSpPr>
          <p:cNvPr id="2" name="">
            <a:extLst xmlns:a="http://schemas.openxmlformats.org/drawingml/2006/main">
              <a:ext uri="{FF2B5EF4-FFF2-40B4-BE49-F238E27FC236}">
                <a16:creationId xmlns:a16="http://schemas.microsoft.com/office/drawing/2014/main" id="{FD8D60A9-E2A2-494E-A7E6-87F77B1F51F4}"/>
              </a:ext>
            </a:extLst>
          </p:cNvPr>
          <p:cNvSpPr>
            <a:spLocks xmlns:a="http://schemas.openxmlformats.org/drawingml/2006/main" noGrp="1"/>
          </p:cNvSpPr>
          <p:nvPr/>
        </p:nvSpPr>
        <p:spPr>
          <a:xfrm xmlns:a="http://schemas.openxmlformats.org/drawingml/2006/main">
            <a:off x="8471154" y="476250"/>
            <a:ext cx="1451229"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חלקיות</a:t>
            </a:r>
          </a:p>
        </p:txBody>
      </p:sp>
      <p:sp>
        <p:nvSpPr>
          <p:cNvPr id="3" name="">
            <a:extLst xmlns:a="http://schemas.openxmlformats.org/drawingml/2006/main">
              <a:ext uri="{FF2B5EF4-FFF2-40B4-BE49-F238E27FC236}">
                <a16:creationId xmlns:a16="http://schemas.microsoft.com/office/drawing/2014/main" id="{51D1FB08-6DA9-49BD-9F99-793F36E8F372}"/>
              </a:ext>
            </a:extLst>
          </p:cNvPr>
          <p:cNvSpPr>
            <a:spLocks xmlns:a="http://schemas.openxmlformats.org/drawingml/2006/main" noGrp="1"/>
          </p:cNvSpPr>
          <p:nvPr/>
        </p:nvSpPr>
        <p:spPr>
          <a:xfrm xmlns:a="http://schemas.openxmlformats.org/drawingml/2006/main">
            <a:off x="6723031" y="476250"/>
            <a:ext cx="1621250"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ומגבלות</a:t>
            </a:r>
          </a:p>
        </p:txBody>
      </p:sp>
      <p:sp>
        <p:nvSpPr>
          <p:cNvPr id="4" name="">
            <a:extLst xmlns:a="http://schemas.openxmlformats.org/drawingml/2006/main">
              <a:ext uri="{FF2B5EF4-FFF2-40B4-BE49-F238E27FC236}">
                <a16:creationId xmlns:a16="http://schemas.microsoft.com/office/drawing/2014/main" id="{C40652A5-6E82-47A5-A251-FE144716AED7}"/>
              </a:ext>
            </a:extLst>
          </p:cNvPr>
          <p:cNvSpPr>
            <a:spLocks xmlns:a="http://schemas.openxmlformats.org/drawingml/2006/main" noGrp="1"/>
          </p:cNvSpPr>
          <p:nvPr/>
        </p:nvSpPr>
        <p:spPr>
          <a:xfrm xmlns:a="http://schemas.openxmlformats.org/drawingml/2006/main">
            <a:off x="5414200" y="476250"/>
            <a:ext cx="1181957"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החיזוי</a:t>
            </a:r>
          </a:p>
        </p:txBody>
      </p:sp>
      <p:sp>
        <p:nvSpPr>
          <p:cNvPr id="5" name="">
            <a:extLst xmlns:a="http://schemas.openxmlformats.org/drawingml/2006/main">
              <a:ext uri="{FF2B5EF4-FFF2-40B4-BE49-F238E27FC236}">
                <a16:creationId xmlns:a16="http://schemas.microsoft.com/office/drawing/2014/main" id="{C5DD1448-16E8-49FF-9AF2-090AD99B48B2}"/>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08</a:t>
            </a:r>
          </a:p>
        </p:txBody>
      </p:sp>
      <p:sp>
        <p:nvSpPr>
          <p:cNvPr id="6" name="">
            <a:extLst xmlns:a="http://schemas.openxmlformats.org/drawingml/2006/main">
              <a:ext uri="{FF2B5EF4-FFF2-40B4-BE49-F238E27FC236}">
                <a16:creationId xmlns:a16="http://schemas.microsoft.com/office/drawing/2014/main" id="{A123373D-367C-41B0-BB99-E052FD8F0B24}"/>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7" name="">
            <a:extLst xmlns:a="http://schemas.openxmlformats.org/drawingml/2006/main">
              <a:ext uri="{FF2B5EF4-FFF2-40B4-BE49-F238E27FC236}">
                <a16:creationId xmlns:a16="http://schemas.microsoft.com/office/drawing/2014/main" id="{59E5256C-EDE7-45C1-8D36-5F4FCA04686A}"/>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8" name="">
            <a:extLst xmlns:a="http://schemas.openxmlformats.org/drawingml/2006/main">
              <a:ext uri="{FF2B5EF4-FFF2-40B4-BE49-F238E27FC236}">
                <a16:creationId xmlns:a16="http://schemas.microsoft.com/office/drawing/2014/main" id="{DECA6280-8D71-4160-A7E2-36D98DEB203B}"/>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9" name="">
            <a:extLst xmlns:a="http://schemas.openxmlformats.org/drawingml/2006/main">
              <a:ext uri="{FF2B5EF4-FFF2-40B4-BE49-F238E27FC236}">
                <a16:creationId xmlns:a16="http://schemas.microsoft.com/office/drawing/2014/main" id="{782EF3E6-75F0-4CA3-9181-A0A2E57B5D20}"/>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10" name="">
            <a:extLst xmlns:a="http://schemas.openxmlformats.org/drawingml/2006/main">
              <a:ext uri="{FF2B5EF4-FFF2-40B4-BE49-F238E27FC236}">
                <a16:creationId xmlns:a16="http://schemas.microsoft.com/office/drawing/2014/main" id="{4A6AF4F4-CE20-485B-8438-8491AB36C62E}"/>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11" name="">
            <a:extLst xmlns:a="http://schemas.openxmlformats.org/drawingml/2006/main">
              <a:ext uri="{FF2B5EF4-FFF2-40B4-BE49-F238E27FC236}">
                <a16:creationId xmlns:a16="http://schemas.microsoft.com/office/drawing/2014/main" id="{B4EB62C2-DD54-41E1-A99A-BCED9A246256}"/>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sp>
        <p:nvSpPr>
          <p:cNvPr id="12" name="">
            <a:extLst xmlns:a="http://schemas.openxmlformats.org/drawingml/2006/main">
              <a:ext uri="{FF2B5EF4-FFF2-40B4-BE49-F238E27FC236}">
                <a16:creationId xmlns:a16="http://schemas.microsoft.com/office/drawing/2014/main" id="{ED9D4689-AE24-4914-BEC1-0C0FC14C17BE}"/>
              </a:ext>
            </a:extLst>
          </p:cNvPr>
          <p:cNvSpPr>
            <a:spLocks xmlns:a="http://schemas.openxmlformats.org/drawingml/2006/main" noGrp="1"/>
          </p:cNvSpPr>
          <p:nvPr/>
        </p:nvSpPr>
        <p:spPr>
          <a:xfrm xmlns:a="http://schemas.openxmlformats.org/drawingml/2006/main">
            <a:off x="10689431" y="1571625"/>
            <a:ext cx="6167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תשע</a:t>
            </a:r>
          </a:p>
        </p:txBody>
      </p:sp>
      <p:sp>
        <p:nvSpPr>
          <p:cNvPr id="13" name="">
            <a:extLst xmlns:a="http://schemas.openxmlformats.org/drawingml/2006/main">
              <a:ext uri="{FF2B5EF4-FFF2-40B4-BE49-F238E27FC236}">
                <a16:creationId xmlns:a16="http://schemas.microsoft.com/office/drawing/2014/main" id="{B22FA538-7E11-470C-9727-59A1296D679B}"/>
              </a:ext>
            </a:extLst>
          </p:cNvPr>
          <p:cNvSpPr>
            <a:spLocks xmlns:a="http://schemas.openxmlformats.org/drawingml/2006/main" noGrp="1"/>
          </p:cNvSpPr>
          <p:nvPr/>
        </p:nvSpPr>
        <p:spPr>
          <a:xfrm xmlns:a="http://schemas.openxmlformats.org/drawingml/2006/main">
            <a:off x="9481947" y="1571625"/>
            <a:ext cx="113566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הרשומות</a:t>
            </a:r>
          </a:p>
        </p:txBody>
      </p:sp>
      <p:sp>
        <p:nvSpPr>
          <p:cNvPr id="14" name="">
            <a:extLst xmlns:a="http://schemas.openxmlformats.org/drawingml/2006/main">
              <a:ext uri="{FF2B5EF4-FFF2-40B4-BE49-F238E27FC236}">
                <a16:creationId xmlns:a16="http://schemas.microsoft.com/office/drawing/2014/main" id="{DD92BCA4-B5C4-4877-BF83-2C9EC53BCE1D}"/>
              </a:ext>
            </a:extLst>
          </p:cNvPr>
          <p:cNvSpPr>
            <a:spLocks xmlns:a="http://schemas.openxmlformats.org/drawingml/2006/main" noGrp="1"/>
          </p:cNvSpPr>
          <p:nvPr/>
        </p:nvSpPr>
        <p:spPr>
          <a:xfrm xmlns:a="http://schemas.openxmlformats.org/drawingml/2006/main">
            <a:off x="8993981" y="1571625"/>
            <a:ext cx="41614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עם</a:t>
            </a:r>
          </a:p>
        </p:txBody>
      </p:sp>
      <p:sp>
        <p:nvSpPr>
          <p:cNvPr id="15" name="">
            <a:extLst xmlns:a="http://schemas.openxmlformats.org/drawingml/2006/main">
              <a:ext uri="{FF2B5EF4-FFF2-40B4-BE49-F238E27FC236}">
                <a16:creationId xmlns:a16="http://schemas.microsoft.com/office/drawing/2014/main" id="{41AA913B-85D3-4DD9-A071-3D7CA6AE8861}"/>
              </a:ext>
            </a:extLst>
          </p:cNvPr>
          <p:cNvSpPr>
            <a:spLocks xmlns:a="http://schemas.openxmlformats.org/drawingml/2006/main" noGrp="1"/>
          </p:cNvSpPr>
          <p:nvPr/>
        </p:nvSpPr>
        <p:spPr>
          <a:xfrm xmlns:a="http://schemas.openxmlformats.org/drawingml/2006/main">
            <a:off x="8678799" y="1571625"/>
            <a:ext cx="24336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X</a:t>
            </a:r>
          </a:p>
        </p:txBody>
      </p:sp>
      <p:sp>
        <p:nvSpPr>
          <p:cNvPr id="16" name="">
            <a:extLst xmlns:a="http://schemas.openxmlformats.org/drawingml/2006/main">
              <a:ext uri="{FF2B5EF4-FFF2-40B4-BE49-F238E27FC236}">
                <a16:creationId xmlns:a16="http://schemas.microsoft.com/office/drawing/2014/main" id="{F862901C-F714-4DC8-B6A6-6B85FE5C8C3F}"/>
              </a:ext>
            </a:extLst>
          </p:cNvPr>
          <p:cNvSpPr>
            <a:spLocks xmlns:a="http://schemas.openxmlformats.org/drawingml/2006/main" noGrp="1"/>
          </p:cNvSpPr>
          <p:nvPr/>
        </p:nvSpPr>
        <p:spPr>
          <a:xfrm xmlns:a="http://schemas.openxmlformats.org/drawingml/2006/main">
            <a:off x="7569232" y="1571625"/>
            <a:ext cx="103774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מקבלות</a:t>
            </a:r>
          </a:p>
        </p:txBody>
      </p:sp>
      <p:sp>
        <p:nvSpPr>
          <p:cNvPr id="17" name="">
            <a:extLst xmlns:a="http://schemas.openxmlformats.org/drawingml/2006/main">
              <a:ext uri="{FF2B5EF4-FFF2-40B4-BE49-F238E27FC236}">
                <a16:creationId xmlns:a16="http://schemas.microsoft.com/office/drawing/2014/main" id="{9FA68C58-85E7-4BBF-A557-11377B632650}"/>
              </a:ext>
            </a:extLst>
          </p:cNvPr>
          <p:cNvSpPr>
            <a:spLocks xmlns:a="http://schemas.openxmlformats.org/drawingml/2006/main" noGrp="1"/>
          </p:cNvSpPr>
          <p:nvPr/>
        </p:nvSpPr>
        <p:spPr>
          <a:xfrm xmlns:a="http://schemas.openxmlformats.org/drawingml/2006/main">
            <a:off x="6640259" y="1571625"/>
            <a:ext cx="85715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רשימת</a:t>
            </a:r>
          </a:p>
        </p:txBody>
      </p:sp>
      <p:sp>
        <p:nvSpPr>
          <p:cNvPr id="18" name="">
            <a:extLst xmlns:a="http://schemas.openxmlformats.org/drawingml/2006/main">
              <a:ext uri="{FF2B5EF4-FFF2-40B4-BE49-F238E27FC236}">
                <a16:creationId xmlns:a16="http://schemas.microsoft.com/office/drawing/2014/main" id="{85602B83-EEAB-4AF0-B3F0-4BE832053051}"/>
              </a:ext>
            </a:extLst>
          </p:cNvPr>
          <p:cNvSpPr>
            <a:spLocks xmlns:a="http://schemas.openxmlformats.org/drawingml/2006/main" noGrp="1"/>
          </p:cNvSpPr>
          <p:nvPr/>
        </p:nvSpPr>
        <p:spPr>
          <a:xfrm xmlns:a="http://schemas.openxmlformats.org/drawingml/2006/main">
            <a:off x="5466398" y="1571625"/>
            <a:ext cx="110204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מועמדים</a:t>
            </a:r>
          </a:p>
        </p:txBody>
      </p:sp>
      <p:sp>
        <p:nvSpPr>
          <p:cNvPr id="19" name="">
            <a:extLst xmlns:a="http://schemas.openxmlformats.org/drawingml/2006/main">
              <a:ext uri="{FF2B5EF4-FFF2-40B4-BE49-F238E27FC236}">
                <a16:creationId xmlns:a16="http://schemas.microsoft.com/office/drawing/2014/main" id="{DDA36582-24BA-4DE8-94A7-CECD8F993AD5}"/>
              </a:ext>
            </a:extLst>
          </p:cNvPr>
          <p:cNvSpPr>
            <a:spLocks xmlns:a="http://schemas.openxmlformats.org/drawingml/2006/main" noGrp="1"/>
          </p:cNvSpPr>
          <p:nvPr/>
        </p:nvSpPr>
        <p:spPr>
          <a:xfrm xmlns:a="http://schemas.openxmlformats.org/drawingml/2006/main">
            <a:off x="4458176" y="1571625"/>
            <a:ext cx="93640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נפרדת.</a:t>
            </a:r>
          </a:p>
        </p:txBody>
      </p:sp>
      <p:sp>
        <p:nvSpPr>
          <p:cNvPr id="20" name="">
            <a:extLst xmlns:a="http://schemas.openxmlformats.org/drawingml/2006/main">
              <a:ext uri="{FF2B5EF4-FFF2-40B4-BE49-F238E27FC236}">
                <a16:creationId xmlns:a16="http://schemas.microsoft.com/office/drawing/2014/main" id="{C5DFE7AE-821B-417D-91CB-08659DB7FE8A}"/>
              </a:ext>
            </a:extLst>
          </p:cNvPr>
          <p:cNvSpPr>
            <a:spLocks xmlns:a="http://schemas.openxmlformats.org/drawingml/2006/main" noGrp="1"/>
          </p:cNvSpPr>
          <p:nvPr/>
        </p:nvSpPr>
        <p:spPr>
          <a:xfrm xmlns:a="http://schemas.openxmlformats.org/drawingml/2006/main">
            <a:off x="3361182" y="1571625"/>
            <a:ext cx="102517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הספרות</a:t>
            </a:r>
          </a:p>
        </p:txBody>
      </p:sp>
      <p:sp>
        <p:nvSpPr>
          <p:cNvPr id="21" name="">
            <a:extLst xmlns:a="http://schemas.openxmlformats.org/drawingml/2006/main">
              <a:ext uri="{FF2B5EF4-FFF2-40B4-BE49-F238E27FC236}">
                <a16:creationId xmlns:a16="http://schemas.microsoft.com/office/drawing/2014/main" id="{BE9C437D-BBAB-4411-BD57-4FC886AA6341}"/>
              </a:ext>
            </a:extLst>
          </p:cNvPr>
          <p:cNvSpPr>
            <a:spLocks xmlns:a="http://schemas.openxmlformats.org/drawingml/2006/main" noGrp="1"/>
          </p:cNvSpPr>
          <p:nvPr/>
        </p:nvSpPr>
        <p:spPr>
          <a:xfrm xmlns:a="http://schemas.openxmlformats.org/drawingml/2006/main">
            <a:off x="2312765" y="1571625"/>
            <a:ext cx="97659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הידועות</a:t>
            </a:r>
          </a:p>
        </p:txBody>
      </p:sp>
      <p:sp>
        <p:nvSpPr>
          <p:cNvPr id="22" name="">
            <a:extLst xmlns:a="http://schemas.openxmlformats.org/drawingml/2006/main">
              <a:ext uri="{FF2B5EF4-FFF2-40B4-BE49-F238E27FC236}">
                <a16:creationId xmlns:a16="http://schemas.microsoft.com/office/drawing/2014/main" id="{C728C08F-8FAC-4AC1-BF3E-C91203125FE0}"/>
              </a:ext>
            </a:extLst>
          </p:cNvPr>
          <p:cNvSpPr>
            <a:spLocks xmlns:a="http://schemas.openxmlformats.org/drawingml/2006/main" noGrp="1"/>
          </p:cNvSpPr>
          <p:nvPr/>
        </p:nvSpPr>
        <p:spPr>
          <a:xfrm xmlns:a="http://schemas.openxmlformats.org/drawingml/2006/main">
            <a:off x="1591532" y="1571625"/>
            <a:ext cx="64941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בקוד</a:t>
            </a:r>
          </a:p>
        </p:txBody>
      </p:sp>
      <p:sp>
        <p:nvSpPr>
          <p:cNvPr id="23" name="">
            <a:extLst xmlns:a="http://schemas.openxmlformats.org/drawingml/2006/main">
              <a:ext uri="{FF2B5EF4-FFF2-40B4-BE49-F238E27FC236}">
                <a16:creationId xmlns:a16="http://schemas.microsoft.com/office/drawing/2014/main" id="{07603086-7F61-4A7C-B49C-AB91AE997CEE}"/>
              </a:ext>
            </a:extLst>
          </p:cNvPr>
          <p:cNvSpPr>
            <a:spLocks xmlns:a="http://schemas.openxmlformats.org/drawingml/2006/main" noGrp="1"/>
          </p:cNvSpPr>
          <p:nvPr/>
        </p:nvSpPr>
        <p:spPr>
          <a:xfrm xmlns:a="http://schemas.openxmlformats.org/drawingml/2006/main">
            <a:off x="10229850" y="1957388"/>
            <a:ext cx="107632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נשמרות.</a:t>
            </a:r>
          </a:p>
        </p:txBody>
      </p:sp>
      <p:sp>
        <p:nvSpPr>
          <p:cNvPr id="24" name="">
            <a:extLst xmlns:a="http://schemas.openxmlformats.org/drawingml/2006/main">
              <a:ext uri="{FF2B5EF4-FFF2-40B4-BE49-F238E27FC236}">
                <a16:creationId xmlns:a16="http://schemas.microsoft.com/office/drawing/2014/main" id="{8E898E15-88DA-4747-A919-0245C4FEB39C}"/>
              </a:ext>
            </a:extLst>
          </p:cNvPr>
          <p:cNvSpPr>
            <a:spLocks xmlns:a="http://schemas.openxmlformats.org/drawingml/2006/main" noGrp="1"/>
          </p:cNvSpPr>
          <p:nvPr/>
        </p:nvSpPr>
        <p:spPr>
          <a:xfrm xmlns:a="http://schemas.openxmlformats.org/drawingml/2006/main">
            <a:off x="10877931" y="2905125"/>
            <a:ext cx="4282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אם</a:t>
            </a:r>
          </a:p>
        </p:txBody>
      </p:sp>
      <p:sp>
        <p:nvSpPr>
          <p:cNvPr id="25" name="">
            <a:extLst xmlns:a="http://schemas.openxmlformats.org/drawingml/2006/main">
              <a:ext uri="{FF2B5EF4-FFF2-40B4-BE49-F238E27FC236}">
                <a16:creationId xmlns:a16="http://schemas.microsoft.com/office/drawing/2014/main" id="{05648593-F0AA-4E61-A4AB-CBFF5800CBC8}"/>
              </a:ext>
            </a:extLst>
          </p:cNvPr>
          <p:cNvSpPr>
            <a:spLocks xmlns:a="http://schemas.openxmlformats.org/drawingml/2006/main" noGrp="1"/>
          </p:cNvSpPr>
          <p:nvPr/>
        </p:nvSpPr>
        <p:spPr>
          <a:xfrm xmlns:a="http://schemas.openxmlformats.org/drawingml/2006/main">
            <a:off x="10444925" y="2905125"/>
            <a:ext cx="36118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כל</a:t>
            </a:r>
          </a:p>
        </p:txBody>
      </p:sp>
      <p:sp>
        <p:nvSpPr>
          <p:cNvPr id="26" name="">
            <a:extLst xmlns:a="http://schemas.openxmlformats.org/drawingml/2006/main">
              <a:ext uri="{FF2B5EF4-FFF2-40B4-BE49-F238E27FC236}">
                <a16:creationId xmlns:a16="http://schemas.microsoft.com/office/drawing/2014/main" id="{B6880FC9-D5B9-4A3C-BB33-71C086932260}"/>
              </a:ext>
            </a:extLst>
          </p:cNvPr>
          <p:cNvSpPr>
            <a:spLocks xmlns:a="http://schemas.openxmlformats.org/drawingml/2006/main" noGrp="1"/>
          </p:cNvSpPr>
          <p:nvPr/>
        </p:nvSpPr>
        <p:spPr>
          <a:xfrm xmlns:a="http://schemas.openxmlformats.org/drawingml/2006/main">
            <a:off x="9701403" y="2905125"/>
            <a:ext cx="67170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שדות</a:t>
            </a:r>
          </a:p>
        </p:txBody>
      </p:sp>
      <p:sp>
        <p:nvSpPr>
          <p:cNvPr id="27" name="">
            <a:extLst xmlns:a="http://schemas.openxmlformats.org/drawingml/2006/main">
              <a:ext uri="{FF2B5EF4-FFF2-40B4-BE49-F238E27FC236}">
                <a16:creationId xmlns:a16="http://schemas.microsoft.com/office/drawing/2014/main" id="{FE3E8723-C8B3-498E-BB1B-089F1A95C30A}"/>
              </a:ext>
            </a:extLst>
          </p:cNvPr>
          <p:cNvSpPr>
            <a:spLocks xmlns:a="http://schemas.openxmlformats.org/drawingml/2006/main" noGrp="1"/>
          </p:cNvSpPr>
          <p:nvPr/>
        </p:nvSpPr>
        <p:spPr>
          <a:xfrm xmlns:a="http://schemas.openxmlformats.org/drawingml/2006/main">
            <a:off x="8636508" y="2905125"/>
            <a:ext cx="99307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הטקסט</a:t>
            </a:r>
          </a:p>
        </p:txBody>
      </p:sp>
      <p:sp>
        <p:nvSpPr>
          <p:cNvPr id="28" name="">
            <a:extLst xmlns:a="http://schemas.openxmlformats.org/drawingml/2006/main">
              <a:ext uri="{FF2B5EF4-FFF2-40B4-BE49-F238E27FC236}">
                <a16:creationId xmlns:a16="http://schemas.microsoft.com/office/drawing/2014/main" id="{473D0D9F-C122-4B38-AC8B-1B4D5BF1A44F}"/>
              </a:ext>
            </a:extLst>
          </p:cNvPr>
          <p:cNvSpPr>
            <a:spLocks xmlns:a="http://schemas.openxmlformats.org/drawingml/2006/main" noGrp="1"/>
          </p:cNvSpPr>
          <p:nvPr/>
        </p:nvSpPr>
        <p:spPr>
          <a:xfrm xmlns:a="http://schemas.openxmlformats.org/drawingml/2006/main">
            <a:off x="7730109" y="2905125"/>
            <a:ext cx="83458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חסרים</a:t>
            </a:r>
          </a:p>
        </p:txBody>
      </p:sp>
      <p:sp>
        <p:nvSpPr>
          <p:cNvPr id="29" name="">
            <a:extLst xmlns:a="http://schemas.openxmlformats.org/drawingml/2006/main">
              <a:ext uri="{FF2B5EF4-FFF2-40B4-BE49-F238E27FC236}">
                <a16:creationId xmlns:a16="http://schemas.microsoft.com/office/drawing/2014/main" id="{A702CB1E-0D98-441D-A10B-E3550660FD84}"/>
              </a:ext>
            </a:extLst>
          </p:cNvPr>
          <p:cNvSpPr>
            <a:spLocks xmlns:a="http://schemas.openxmlformats.org/drawingml/2006/main" noGrp="1"/>
          </p:cNvSpPr>
          <p:nvPr/>
        </p:nvSpPr>
        <p:spPr>
          <a:xfrm xmlns:a="http://schemas.openxmlformats.org/drawingml/2006/main">
            <a:off x="7341775" y="2905125"/>
            <a:ext cx="31651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או</a:t>
            </a:r>
          </a:p>
        </p:txBody>
      </p:sp>
      <p:sp>
        <p:nvSpPr>
          <p:cNvPr id="30" name="">
            <a:extLst xmlns:a="http://schemas.openxmlformats.org/drawingml/2006/main">
              <a:ext uri="{FF2B5EF4-FFF2-40B4-BE49-F238E27FC236}">
                <a16:creationId xmlns:a16="http://schemas.microsoft.com/office/drawing/2014/main" id="{F21E9321-471D-4C17-B108-F2ACB2590DBA}"/>
              </a:ext>
            </a:extLst>
          </p:cNvPr>
          <p:cNvSpPr>
            <a:spLocks xmlns:a="http://schemas.openxmlformats.org/drawingml/2006/main" noGrp="1"/>
          </p:cNvSpPr>
          <p:nvPr/>
        </p:nvSpPr>
        <p:spPr>
          <a:xfrm xmlns:a="http://schemas.openxmlformats.org/drawingml/2006/main">
            <a:off x="6687122" y="2905125"/>
            <a:ext cx="58283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שאין</a:t>
            </a:r>
          </a:p>
        </p:txBody>
      </p:sp>
      <p:sp>
        <p:nvSpPr>
          <p:cNvPr id="31" name="">
            <a:extLst xmlns:a="http://schemas.openxmlformats.org/drawingml/2006/main">
              <a:ext uri="{FF2B5EF4-FFF2-40B4-BE49-F238E27FC236}">
                <a16:creationId xmlns:a16="http://schemas.microsoft.com/office/drawing/2014/main" id="{47B019CA-EFFA-4306-A651-3145AF6DDB18}"/>
              </a:ext>
            </a:extLst>
          </p:cNvPr>
          <p:cNvSpPr>
            <a:spLocks xmlns:a="http://schemas.openxmlformats.org/drawingml/2006/main" noGrp="1"/>
          </p:cNvSpPr>
          <p:nvPr/>
        </p:nvSpPr>
        <p:spPr>
          <a:xfrm xmlns:a="http://schemas.openxmlformats.org/drawingml/2006/main">
            <a:off x="5635085" y="2905125"/>
            <a:ext cx="98021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מחלקה</a:t>
            </a:r>
          </a:p>
        </p:txBody>
      </p:sp>
      <p:sp>
        <p:nvSpPr>
          <p:cNvPr id="32" name="">
            <a:extLst xmlns:a="http://schemas.openxmlformats.org/drawingml/2006/main">
              <a:ext uri="{FF2B5EF4-FFF2-40B4-BE49-F238E27FC236}">
                <a16:creationId xmlns:a16="http://schemas.microsoft.com/office/drawing/2014/main" id="{BD3E7A76-78E6-44E7-B99F-6B0F41D7C6E7}"/>
              </a:ext>
            </a:extLst>
          </p:cNvPr>
          <p:cNvSpPr>
            <a:spLocks xmlns:a="http://schemas.openxmlformats.org/drawingml/2006/main" noGrp="1"/>
          </p:cNvSpPr>
          <p:nvPr/>
        </p:nvSpPr>
        <p:spPr>
          <a:xfrm xmlns:a="http://schemas.openxmlformats.org/drawingml/2006/main">
            <a:off x="4677061" y="2905125"/>
            <a:ext cx="88620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תואמת</a:t>
            </a:r>
          </a:p>
        </p:txBody>
      </p:sp>
      <p:sp>
        <p:nvSpPr>
          <p:cNvPr id="33" name="">
            <a:extLst xmlns:a="http://schemas.openxmlformats.org/drawingml/2006/main">
              <a:ext uri="{FF2B5EF4-FFF2-40B4-BE49-F238E27FC236}">
                <a16:creationId xmlns:a16="http://schemas.microsoft.com/office/drawing/2014/main" id="{2D04A0B2-0946-40E7-A248-221F0795F2E2}"/>
              </a:ext>
            </a:extLst>
          </p:cNvPr>
          <p:cNvSpPr>
            <a:spLocks xmlns:a="http://schemas.openxmlformats.org/drawingml/2006/main" noGrp="1"/>
          </p:cNvSpPr>
          <p:nvPr/>
        </p:nvSpPr>
        <p:spPr>
          <a:xfrm xmlns:a="http://schemas.openxmlformats.org/drawingml/2006/main">
            <a:off x="3696843" y="2905125"/>
            <a:ext cx="90839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באימון,</a:t>
            </a:r>
          </a:p>
        </p:txBody>
      </p:sp>
      <p:sp>
        <p:nvSpPr>
          <p:cNvPr id="34" name="">
            <a:extLst xmlns:a="http://schemas.openxmlformats.org/drawingml/2006/main">
              <a:ext uri="{FF2B5EF4-FFF2-40B4-BE49-F238E27FC236}">
                <a16:creationId xmlns:a16="http://schemas.microsoft.com/office/drawing/2014/main" id="{9C48FA78-9206-4B72-82EC-0CEA13BFD3C2}"/>
              </a:ext>
            </a:extLst>
          </p:cNvPr>
          <p:cNvSpPr>
            <a:spLocks xmlns:a="http://schemas.openxmlformats.org/drawingml/2006/main" noGrp="1"/>
          </p:cNvSpPr>
          <p:nvPr/>
        </p:nvSpPr>
        <p:spPr>
          <a:xfrm xmlns:a="http://schemas.openxmlformats.org/drawingml/2006/main">
            <a:off x="2668905" y="2905125"/>
            <a:ext cx="95611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ההצעה</a:t>
            </a:r>
          </a:p>
        </p:txBody>
      </p:sp>
      <p:sp>
        <p:nvSpPr>
          <p:cNvPr id="35" name="">
            <a:extLst xmlns:a="http://schemas.openxmlformats.org/drawingml/2006/main">
              <a:ext uri="{FF2B5EF4-FFF2-40B4-BE49-F238E27FC236}">
                <a16:creationId xmlns:a16="http://schemas.microsoft.com/office/drawing/2014/main" id="{8E215634-C9CF-4B29-A3E0-B554D8D813F7}"/>
              </a:ext>
            </a:extLst>
          </p:cNvPr>
          <p:cNvSpPr>
            <a:spLocks xmlns:a="http://schemas.openxmlformats.org/drawingml/2006/main" noGrp="1"/>
          </p:cNvSpPr>
          <p:nvPr/>
        </p:nvSpPr>
        <p:spPr>
          <a:xfrm xmlns:a="http://schemas.openxmlformats.org/drawingml/2006/main">
            <a:off x="1692497" y="2905125"/>
            <a:ext cx="90458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נשארת</a:t>
            </a:r>
          </a:p>
        </p:txBody>
      </p:sp>
      <p:sp>
        <p:nvSpPr>
          <p:cNvPr id="36" name="">
            <a:extLst xmlns:a="http://schemas.openxmlformats.org/drawingml/2006/main">
              <a:ext uri="{FF2B5EF4-FFF2-40B4-BE49-F238E27FC236}">
                <a16:creationId xmlns:a16="http://schemas.microsoft.com/office/drawing/2014/main" id="{3C2C3B0D-D745-43EA-A5A8-54DBE9D3FD43}"/>
              </a:ext>
            </a:extLst>
          </p:cNvPr>
          <p:cNvSpPr>
            <a:spLocks xmlns:a="http://schemas.openxmlformats.org/drawingml/2006/main" noGrp="1"/>
          </p:cNvSpPr>
          <p:nvPr/>
        </p:nvSpPr>
        <p:spPr>
          <a:xfrm xmlns:a="http://schemas.openxmlformats.org/drawingml/2006/main">
            <a:off x="10553129" y="3290888"/>
            <a:ext cx="75304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ריקה.</a:t>
            </a:r>
          </a:p>
        </p:txBody>
      </p:sp>
      <p:sp>
        <p:nvSpPr>
          <p:cNvPr id="37" name="">
            <a:extLst xmlns:a="http://schemas.openxmlformats.org/drawingml/2006/main">
              <a:ext uri="{FF2B5EF4-FFF2-40B4-BE49-F238E27FC236}">
                <a16:creationId xmlns:a16="http://schemas.microsoft.com/office/drawing/2014/main" id="{1D5E28C1-F1DF-4F35-858C-93845AC63555}"/>
              </a:ext>
            </a:extLst>
          </p:cNvPr>
          <p:cNvSpPr>
            <a:spLocks xmlns:a="http://schemas.openxmlformats.org/drawingml/2006/main" noGrp="1"/>
          </p:cNvSpPr>
          <p:nvPr/>
        </p:nvSpPr>
        <p:spPr>
          <a:xfrm xmlns:a="http://schemas.openxmlformats.org/drawingml/2006/main">
            <a:off x="9611773" y="3290888"/>
            <a:ext cx="86953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נדרשת</a:t>
            </a:r>
          </a:p>
        </p:txBody>
      </p:sp>
      <p:sp>
        <p:nvSpPr>
          <p:cNvPr id="38" name="">
            <a:extLst xmlns:a="http://schemas.openxmlformats.org/drawingml/2006/main">
              <a:ext uri="{FF2B5EF4-FFF2-40B4-BE49-F238E27FC236}">
                <a16:creationId xmlns:a16="http://schemas.microsoft.com/office/drawing/2014/main" id="{A916E77C-72B3-43BF-AABC-37250B02A761}"/>
              </a:ext>
            </a:extLst>
          </p:cNvPr>
          <p:cNvSpPr>
            <a:spLocks xmlns:a="http://schemas.openxmlformats.org/drawingml/2006/main" noGrp="1"/>
          </p:cNvSpPr>
          <p:nvPr/>
        </p:nvSpPr>
        <p:spPr>
          <a:xfrm xmlns:a="http://schemas.openxmlformats.org/drawingml/2006/main">
            <a:off x="8717852" y="3290888"/>
            <a:ext cx="82210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בדיקה</a:t>
            </a:r>
          </a:p>
        </p:txBody>
      </p:sp>
      <p:sp>
        <p:nvSpPr>
          <p:cNvPr id="39" name="">
            <a:extLst xmlns:a="http://schemas.openxmlformats.org/drawingml/2006/main">
              <a:ext uri="{FF2B5EF4-FFF2-40B4-BE49-F238E27FC236}">
                <a16:creationId xmlns:a16="http://schemas.microsoft.com/office/drawing/2014/main" id="{585082F2-27C8-4F81-93D9-A7484C65151B}"/>
              </a:ext>
            </a:extLst>
          </p:cNvPr>
          <p:cNvSpPr>
            <a:spLocks xmlns:a="http://schemas.openxmlformats.org/drawingml/2006/main" noGrp="1"/>
          </p:cNvSpPr>
          <p:nvPr/>
        </p:nvSpPr>
        <p:spPr>
          <a:xfrm xmlns:a="http://schemas.openxmlformats.org/drawingml/2006/main">
            <a:off x="7760970" y="3290888"/>
            <a:ext cx="88506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אנושית</a:t>
            </a:r>
          </a:p>
        </p:txBody>
      </p:sp>
      <p:sp>
        <p:nvSpPr>
          <p:cNvPr id="40" name="">
            <a:extLst xmlns:a="http://schemas.openxmlformats.org/drawingml/2006/main">
              <a:ext uri="{FF2B5EF4-FFF2-40B4-BE49-F238E27FC236}">
                <a16:creationId xmlns:a16="http://schemas.microsoft.com/office/drawing/2014/main" id="{5F620203-753C-4F41-B0E4-6FA974EE72AB}"/>
              </a:ext>
            </a:extLst>
          </p:cNvPr>
          <p:cNvSpPr>
            <a:spLocks xmlns:a="http://schemas.openxmlformats.org/drawingml/2006/main" noGrp="1"/>
          </p:cNvSpPr>
          <p:nvPr/>
        </p:nvSpPr>
        <p:spPr>
          <a:xfrm xmlns:a="http://schemas.openxmlformats.org/drawingml/2006/main">
            <a:off x="7162800" y="3290888"/>
            <a:ext cx="52635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בכל</a:t>
            </a:r>
          </a:p>
        </p:txBody>
      </p:sp>
      <p:sp>
        <p:nvSpPr>
          <p:cNvPr id="41" name="">
            <a:extLst xmlns:a="http://schemas.openxmlformats.org/drawingml/2006/main">
              <a:ext uri="{FF2B5EF4-FFF2-40B4-BE49-F238E27FC236}">
                <a16:creationId xmlns:a16="http://schemas.microsoft.com/office/drawing/2014/main" id="{15ABFFF4-16B0-4C80-BD76-FD5D004B34AC}"/>
              </a:ext>
            </a:extLst>
          </p:cNvPr>
          <p:cNvSpPr>
            <a:spLocks xmlns:a="http://schemas.openxmlformats.org/drawingml/2006/main" noGrp="1"/>
          </p:cNvSpPr>
          <p:nvPr/>
        </p:nvSpPr>
        <p:spPr>
          <a:xfrm xmlns:a="http://schemas.openxmlformats.org/drawingml/2006/main">
            <a:off x="6207728" y="3290888"/>
            <a:ext cx="88325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מקרה.</a:t>
            </a:r>
          </a:p>
        </p:txBody>
      </p:sp>
      <p:sp>
        <p:nvSpPr>
          <p:cNvPr id="42" name="">
            <a:extLst xmlns:a="http://schemas.openxmlformats.org/drawingml/2006/main">
              <a:ext uri="{FF2B5EF4-FFF2-40B4-BE49-F238E27FC236}">
                <a16:creationId xmlns:a16="http://schemas.microsoft.com/office/drawing/2014/main" id="{F56D526B-9DA7-4FF9-8998-621CE3AC9D70}"/>
              </a:ext>
            </a:extLst>
          </p:cNvPr>
          <p:cNvSpPr>
            <a:spLocks xmlns:a="http://schemas.openxmlformats.org/drawingml/2006/main" noGrp="1"/>
          </p:cNvSpPr>
          <p:nvPr/>
        </p:nvSpPr>
        <p:spPr>
          <a:xfrm xmlns:a="http://schemas.openxmlformats.org/drawingml/2006/main">
            <a:off x="10180034" y="4238625"/>
            <a:ext cx="112614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התוצאות</a:t>
            </a:r>
          </a:p>
        </p:txBody>
      </p:sp>
      <p:sp>
        <p:nvSpPr>
          <p:cNvPr id="43" name="">
            <a:extLst xmlns:a="http://schemas.openxmlformats.org/drawingml/2006/main">
              <a:ext uri="{FF2B5EF4-FFF2-40B4-BE49-F238E27FC236}">
                <a16:creationId xmlns:a16="http://schemas.microsoft.com/office/drawing/2014/main" id="{02DFA539-F5F3-4C51-8B77-D277240F79B6}"/>
              </a:ext>
            </a:extLst>
          </p:cNvPr>
          <p:cNvSpPr>
            <a:spLocks xmlns:a="http://schemas.openxmlformats.org/drawingml/2006/main" noGrp="1"/>
          </p:cNvSpPr>
          <p:nvPr/>
        </p:nvSpPr>
        <p:spPr>
          <a:xfrm xmlns:a="http://schemas.openxmlformats.org/drawingml/2006/main">
            <a:off x="9211056" y="4238625"/>
            <a:ext cx="89716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מודדות</a:t>
            </a:r>
          </a:p>
        </p:txBody>
      </p:sp>
      <p:sp>
        <p:nvSpPr>
          <p:cNvPr id="44" name="">
            <a:extLst xmlns:a="http://schemas.openxmlformats.org/drawingml/2006/main">
              <a:ext uri="{FF2B5EF4-FFF2-40B4-BE49-F238E27FC236}">
                <a16:creationId xmlns:a16="http://schemas.microsoft.com/office/drawing/2014/main" id="{891C1172-8D79-4598-BACF-61C0B9EBAAC0}"/>
              </a:ext>
            </a:extLst>
          </p:cNvPr>
          <p:cNvSpPr>
            <a:spLocks xmlns:a="http://schemas.openxmlformats.org/drawingml/2006/main" noGrp="1"/>
          </p:cNvSpPr>
          <p:nvPr/>
        </p:nvSpPr>
        <p:spPr>
          <a:xfrm xmlns:a="http://schemas.openxmlformats.org/drawingml/2006/main">
            <a:off x="8145304" y="4238625"/>
            <a:ext cx="9939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התאמה</a:t>
            </a:r>
          </a:p>
        </p:txBody>
      </p:sp>
      <p:sp>
        <p:nvSpPr>
          <p:cNvPr id="45" name="">
            <a:extLst xmlns:a="http://schemas.openxmlformats.org/drawingml/2006/main">
              <a:ext uri="{FF2B5EF4-FFF2-40B4-BE49-F238E27FC236}">
                <a16:creationId xmlns:a16="http://schemas.microsoft.com/office/drawing/2014/main" id="{A1F9E452-B660-446A-BFBD-43788D449077}"/>
              </a:ext>
            </a:extLst>
          </p:cNvPr>
          <p:cNvSpPr>
            <a:spLocks xmlns:a="http://schemas.openxmlformats.org/drawingml/2006/main" noGrp="1"/>
          </p:cNvSpPr>
          <p:nvPr/>
        </p:nvSpPr>
        <p:spPr>
          <a:xfrm xmlns:a="http://schemas.openxmlformats.org/drawingml/2006/main">
            <a:off x="7190422" y="4238625"/>
            <a:ext cx="88306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לתוויות</a:t>
            </a:r>
          </a:p>
        </p:txBody>
      </p:sp>
      <p:sp>
        <p:nvSpPr>
          <p:cNvPr id="46" name="">
            <a:extLst xmlns:a="http://schemas.openxmlformats.org/drawingml/2006/main">
              <a:ext uri="{FF2B5EF4-FFF2-40B4-BE49-F238E27FC236}">
                <a16:creationId xmlns:a16="http://schemas.microsoft.com/office/drawing/2014/main" id="{A71272FA-CE76-4CAE-A227-F5169164C64E}"/>
              </a:ext>
            </a:extLst>
          </p:cNvPr>
          <p:cNvSpPr>
            <a:spLocks xmlns:a="http://schemas.openxmlformats.org/drawingml/2006/main" noGrp="1"/>
          </p:cNvSpPr>
          <p:nvPr/>
        </p:nvSpPr>
        <p:spPr>
          <a:xfrm xmlns:a="http://schemas.openxmlformats.org/drawingml/2006/main">
            <a:off x="6055328" y="4238625"/>
            <a:ext cx="106327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שסופקו.</a:t>
            </a:r>
          </a:p>
        </p:txBody>
      </p:sp>
      <p:sp>
        <p:nvSpPr>
          <p:cNvPr id="47" name="">
            <a:extLst xmlns:a="http://schemas.openxmlformats.org/drawingml/2006/main">
              <a:ext uri="{FF2B5EF4-FFF2-40B4-BE49-F238E27FC236}">
                <a16:creationId xmlns:a16="http://schemas.microsoft.com/office/drawing/2014/main" id="{87B8523E-AA44-4434-96F7-65CCACEA6696}"/>
              </a:ext>
            </a:extLst>
          </p:cNvPr>
          <p:cNvSpPr>
            <a:spLocks xmlns:a="http://schemas.openxmlformats.org/drawingml/2006/main" noGrp="1"/>
          </p:cNvSpPr>
          <p:nvPr/>
        </p:nvSpPr>
        <p:spPr>
          <a:xfrm xmlns:a="http://schemas.openxmlformats.org/drawingml/2006/main">
            <a:off x="5671375" y="4238625"/>
            <a:ext cx="3121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הן</a:t>
            </a:r>
          </a:p>
        </p:txBody>
      </p:sp>
      <p:sp>
        <p:nvSpPr>
          <p:cNvPr id="48" name="">
            <a:extLst xmlns:a="http://schemas.openxmlformats.org/drawingml/2006/main">
              <a:ext uri="{FF2B5EF4-FFF2-40B4-BE49-F238E27FC236}">
                <a16:creationId xmlns:a16="http://schemas.microsoft.com/office/drawing/2014/main" id="{114C700A-FB82-4E3F-ACD3-119E91B515FA}"/>
              </a:ext>
            </a:extLst>
          </p:cNvPr>
          <p:cNvSpPr>
            <a:spLocks xmlns:a="http://schemas.openxmlformats.org/drawingml/2006/main" noGrp="1"/>
          </p:cNvSpPr>
          <p:nvPr/>
        </p:nvSpPr>
        <p:spPr>
          <a:xfrm xmlns:a="http://schemas.openxmlformats.org/drawingml/2006/main">
            <a:off x="5104733" y="4238625"/>
            <a:ext cx="49482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אינן</a:t>
            </a:r>
          </a:p>
        </p:txBody>
      </p:sp>
      <p:sp>
        <p:nvSpPr>
          <p:cNvPr id="49" name="">
            <a:extLst xmlns:a="http://schemas.openxmlformats.org/drawingml/2006/main">
              <a:ext uri="{FF2B5EF4-FFF2-40B4-BE49-F238E27FC236}">
                <a16:creationId xmlns:a16="http://schemas.microsoft.com/office/drawing/2014/main" id="{5B09E3E1-CC0F-4E25-8A44-F57A2AB8D895}"/>
              </a:ext>
            </a:extLst>
          </p:cNvPr>
          <p:cNvSpPr>
            <a:spLocks xmlns:a="http://schemas.openxmlformats.org/drawingml/2006/main" noGrp="1"/>
          </p:cNvSpPr>
          <p:nvPr/>
        </p:nvSpPr>
        <p:spPr>
          <a:xfrm xmlns:a="http://schemas.openxmlformats.org/drawingml/2006/main">
            <a:off x="4046029" y="4238625"/>
            <a:ext cx="98688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מוכיחות</a:t>
            </a:r>
          </a:p>
        </p:txBody>
      </p:sp>
      <p:sp>
        <p:nvSpPr>
          <p:cNvPr id="50" name="">
            <a:extLst xmlns:a="http://schemas.openxmlformats.org/drawingml/2006/main">
              <a:ext uri="{FF2B5EF4-FFF2-40B4-BE49-F238E27FC236}">
                <a16:creationId xmlns:a16="http://schemas.microsoft.com/office/drawing/2014/main" id="{E935065D-2C03-4190-8C16-C44BF1A83079}"/>
              </a:ext>
            </a:extLst>
          </p:cNvPr>
          <p:cNvSpPr>
            <a:spLocks xmlns:a="http://schemas.openxmlformats.org/drawingml/2006/main" noGrp="1"/>
          </p:cNvSpPr>
          <p:nvPr/>
        </p:nvSpPr>
        <p:spPr>
          <a:xfrm xmlns:a="http://schemas.openxmlformats.org/drawingml/2006/main">
            <a:off x="3203162" y="4238625"/>
            <a:ext cx="77104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נכונות</a:t>
            </a:r>
          </a:p>
        </p:txBody>
      </p:sp>
      <p:sp>
        <p:nvSpPr>
          <p:cNvPr id="51" name="">
            <a:extLst xmlns:a="http://schemas.openxmlformats.org/drawingml/2006/main">
              <a:ext uri="{FF2B5EF4-FFF2-40B4-BE49-F238E27FC236}">
                <a16:creationId xmlns:a16="http://schemas.microsoft.com/office/drawing/2014/main" id="{168F916C-7F68-49B5-A0F4-C0F6DE7C7822}"/>
              </a:ext>
            </a:extLst>
          </p:cNvPr>
          <p:cNvSpPr>
            <a:spLocks xmlns:a="http://schemas.openxmlformats.org/drawingml/2006/main" noGrp="1"/>
          </p:cNvSpPr>
          <p:nvPr/>
        </p:nvSpPr>
        <p:spPr>
          <a:xfrm xmlns:a="http://schemas.openxmlformats.org/drawingml/2006/main">
            <a:off x="2742438" y="4238625"/>
            <a:ext cx="38890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על</a:t>
            </a:r>
          </a:p>
        </p:txBody>
      </p:sp>
      <p:sp>
        <p:nvSpPr>
          <p:cNvPr id="52" name="">
            <a:extLst xmlns:a="http://schemas.openxmlformats.org/drawingml/2006/main">
              <a:ext uri="{FF2B5EF4-FFF2-40B4-BE49-F238E27FC236}">
                <a16:creationId xmlns:a16="http://schemas.microsoft.com/office/drawing/2014/main" id="{F1D281B7-DB28-4CE4-B9B1-005DFD81958A}"/>
              </a:ext>
            </a:extLst>
          </p:cNvPr>
          <p:cNvSpPr>
            <a:spLocks xmlns:a="http://schemas.openxmlformats.org/drawingml/2006/main" noGrp="1"/>
          </p:cNvSpPr>
          <p:nvPr/>
        </p:nvSpPr>
        <p:spPr>
          <a:xfrm xmlns:a="http://schemas.openxmlformats.org/drawingml/2006/main">
            <a:off x="2064639" y="4238625"/>
            <a:ext cx="60598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נתוני</a:t>
            </a:r>
          </a:p>
        </p:txBody>
      </p:sp>
      <p:sp>
        <p:nvSpPr>
          <p:cNvPr id="53" name="">
            <a:extLst xmlns:a="http://schemas.openxmlformats.org/drawingml/2006/main">
              <a:ext uri="{FF2B5EF4-FFF2-40B4-BE49-F238E27FC236}">
                <a16:creationId xmlns:a16="http://schemas.microsoft.com/office/drawing/2014/main" id="{4255D851-1EF3-438D-A978-E7050B75572C}"/>
              </a:ext>
            </a:extLst>
          </p:cNvPr>
          <p:cNvSpPr>
            <a:spLocks xmlns:a="http://schemas.openxmlformats.org/drawingml/2006/main" noGrp="1"/>
          </p:cNvSpPr>
          <p:nvPr/>
        </p:nvSpPr>
        <p:spPr>
          <a:xfrm xmlns:a="http://schemas.openxmlformats.org/drawingml/2006/main">
            <a:off x="1281493" y="4238625"/>
            <a:ext cx="71132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אמת,</a:t>
            </a:r>
          </a:p>
        </p:txBody>
      </p:sp>
      <p:sp>
        <p:nvSpPr>
          <p:cNvPr id="54" name="">
            <a:extLst xmlns:a="http://schemas.openxmlformats.org/drawingml/2006/main">
              <a:ext uri="{FF2B5EF4-FFF2-40B4-BE49-F238E27FC236}">
                <a16:creationId xmlns:a16="http://schemas.microsoft.com/office/drawing/2014/main" id="{6F2648EE-1152-4DA9-90AA-743D2EC122E0}"/>
              </a:ext>
            </a:extLst>
          </p:cNvPr>
          <p:cNvSpPr>
            <a:spLocks xmlns:a="http://schemas.openxmlformats.org/drawingml/2006/main" noGrp="1"/>
          </p:cNvSpPr>
          <p:nvPr/>
        </p:nvSpPr>
        <p:spPr>
          <a:xfrm xmlns:a="http://schemas.openxmlformats.org/drawingml/2006/main">
            <a:off x="10403681" y="4624388"/>
            <a:ext cx="90249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והמודל</a:t>
            </a:r>
          </a:p>
        </p:txBody>
      </p:sp>
      <p:sp>
        <p:nvSpPr>
          <p:cNvPr id="55" name="">
            <a:extLst xmlns:a="http://schemas.openxmlformats.org/drawingml/2006/main">
              <a:ext uri="{FF2B5EF4-FFF2-40B4-BE49-F238E27FC236}">
                <a16:creationId xmlns:a16="http://schemas.microsoft.com/office/drawing/2014/main" id="{CD61F01A-20E4-4F82-93D1-6332288424A2}"/>
              </a:ext>
            </a:extLst>
          </p:cNvPr>
          <p:cNvSpPr>
            <a:spLocks xmlns:a="http://schemas.openxmlformats.org/drawingml/2006/main" noGrp="1"/>
          </p:cNvSpPr>
          <p:nvPr/>
        </p:nvSpPr>
        <p:spPr>
          <a:xfrm xmlns:a="http://schemas.openxmlformats.org/drawingml/2006/main">
            <a:off x="9837039" y="4624388"/>
            <a:ext cx="49482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אינו</a:t>
            </a:r>
          </a:p>
        </p:txBody>
      </p:sp>
      <p:sp>
        <p:nvSpPr>
          <p:cNvPr id="56" name="">
            <a:extLst xmlns:a="http://schemas.openxmlformats.org/drawingml/2006/main">
              <a:ext uri="{FF2B5EF4-FFF2-40B4-BE49-F238E27FC236}">
                <a16:creationId xmlns:a16="http://schemas.microsoft.com/office/drawing/2014/main" id="{7A7EFC5D-13DD-4F5C-BB32-156F4AED5EDD}"/>
              </a:ext>
            </a:extLst>
          </p:cNvPr>
          <p:cNvSpPr>
            <a:spLocks xmlns:a="http://schemas.openxmlformats.org/drawingml/2006/main" noGrp="1"/>
          </p:cNvSpPr>
          <p:nvPr/>
        </p:nvSpPr>
        <p:spPr>
          <a:xfrm xmlns:a="http://schemas.openxmlformats.org/drawingml/2006/main">
            <a:off x="9147238" y="4624388"/>
            <a:ext cx="61798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מכיר</a:t>
            </a:r>
          </a:p>
        </p:txBody>
      </p:sp>
      <p:sp>
        <p:nvSpPr>
          <p:cNvPr id="57" name="">
            <a:extLst xmlns:a="http://schemas.openxmlformats.org/drawingml/2006/main">
              <a:ext uri="{FF2B5EF4-FFF2-40B4-BE49-F238E27FC236}">
                <a16:creationId xmlns:a16="http://schemas.microsoft.com/office/drawing/2014/main" id="{E91C369D-17BB-4A44-BEA4-DF2AE9BBA93F}"/>
              </a:ext>
            </a:extLst>
          </p:cNvPr>
          <p:cNvSpPr>
            <a:spLocks xmlns:a="http://schemas.openxmlformats.org/drawingml/2006/main" noGrp="1"/>
          </p:cNvSpPr>
          <p:nvPr/>
        </p:nvSpPr>
        <p:spPr>
          <a:xfrm xmlns:a="http://schemas.openxmlformats.org/drawingml/2006/main">
            <a:off x="8337709" y="4624388"/>
            <a:ext cx="73771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קודים</a:t>
            </a:r>
          </a:p>
        </p:txBody>
      </p:sp>
      <p:sp>
        <p:nvSpPr>
          <p:cNvPr id="58" name="">
            <a:extLst xmlns:a="http://schemas.openxmlformats.org/drawingml/2006/main">
              <a:ext uri="{FF2B5EF4-FFF2-40B4-BE49-F238E27FC236}">
                <a16:creationId xmlns:a16="http://schemas.microsoft.com/office/drawing/2014/main" id="{C0422785-D5CB-468D-B6C4-625933AB353D}"/>
              </a:ext>
            </a:extLst>
          </p:cNvPr>
          <p:cNvSpPr>
            <a:spLocks xmlns:a="http://schemas.openxmlformats.org/drawingml/2006/main" noGrp="1"/>
          </p:cNvSpPr>
          <p:nvPr/>
        </p:nvSpPr>
        <p:spPr>
          <a:xfrm xmlns:a="http://schemas.openxmlformats.org/drawingml/2006/main">
            <a:off x="7662386" y="4624388"/>
            <a:ext cx="60350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שלא</a:t>
            </a:r>
          </a:p>
        </p:txBody>
      </p:sp>
      <p:sp>
        <p:nvSpPr>
          <p:cNvPr id="59" name="">
            <a:extLst xmlns:a="http://schemas.openxmlformats.org/drawingml/2006/main">
              <a:ext uri="{FF2B5EF4-FFF2-40B4-BE49-F238E27FC236}">
                <a16:creationId xmlns:a16="http://schemas.microsoft.com/office/drawing/2014/main" id="{7CF70E63-005E-48D2-8442-B00CA3BEFAD5}"/>
              </a:ext>
            </a:extLst>
          </p:cNvPr>
          <p:cNvSpPr>
            <a:spLocks xmlns:a="http://schemas.openxmlformats.org/drawingml/2006/main" noGrp="1"/>
          </p:cNvSpPr>
          <p:nvPr/>
        </p:nvSpPr>
        <p:spPr>
          <a:xfrm xmlns:a="http://schemas.openxmlformats.org/drawingml/2006/main">
            <a:off x="6939629" y="4624388"/>
            <a:ext cx="65093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למד.</a:t>
            </a:r>
          </a:p>
        </p:txBody>
      </p:sp>
    </p:spTree>
    <p:extLst>
      <p:ext uri="{BB962C8B-B14F-4D97-AF65-F5344CB8AC3E}">
        <p14:creationId xmlns:p14="http://schemas.microsoft.com/office/powerpoint/2010/main" val="1168898210"/>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B65C3234-DD79-4C77-8E98-768F5208E1E8}"/>
              </a:ext>
            </a:extLst>
          </p:cNvPr>
          <p:cNvSpPr>
            <a:spLocks xmlns:a="http://schemas.openxmlformats.org/drawingml/2006/main" noGrp="1"/>
          </p:cNvSpPr>
          <p:nvPr/>
        </p:nvSpPr>
        <p:spPr>
          <a:xfrm xmlns:a="http://schemas.openxmlformats.org/drawingml/2006/main">
            <a:off x="10345579" y="476250"/>
            <a:ext cx="1198721"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המשך</a:t>
            </a:r>
          </a:p>
        </p:txBody>
      </p:sp>
      <p:sp>
        <p:nvSpPr>
          <p:cNvPr id="2" name="">
            <a:extLst xmlns:a="http://schemas.openxmlformats.org/drawingml/2006/main">
              <a:ext uri="{FF2B5EF4-FFF2-40B4-BE49-F238E27FC236}">
                <a16:creationId xmlns:a16="http://schemas.microsoft.com/office/drawing/2014/main" id="{23ABFA5E-1219-475F-9E9C-6D68717476DE}"/>
              </a:ext>
            </a:extLst>
          </p:cNvPr>
          <p:cNvSpPr>
            <a:spLocks xmlns:a="http://schemas.openxmlformats.org/drawingml/2006/main" noGrp="1"/>
          </p:cNvSpPr>
          <p:nvPr/>
        </p:nvSpPr>
        <p:spPr>
          <a:xfrm xmlns:a="http://schemas.openxmlformats.org/drawingml/2006/main">
            <a:off x="8728138" y="476250"/>
            <a:ext cx="1490567" cy="5657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300" b="1">
                <a:solidFill>
                  <a:srgbClr val="173654"/>
                </a:solidFill>
                <a:latin typeface="DejaVu Sans"/>
                <a:ea typeface="DejaVu Sans"/>
                <a:cs typeface="DejaVu Sans"/>
              </a:defRPr>
            </a:defPPr>
            <a:lvl1pPr algn="ctr">
              <a:defRPr sz="3300" b="1">
                <a:solidFill>
                  <a:srgbClr val="173654"/>
                </a:solidFill>
                <a:latin typeface="DejaVu Sans"/>
                <a:ea typeface="DejaVu Sans"/>
                <a:cs typeface="DejaVu Sans"/>
              </a:defRPr>
            </a:lvl1pPr>
            <a:lvl2pPr algn="ctr">
              <a:defRPr sz="3300" b="1">
                <a:solidFill>
                  <a:srgbClr val="173654"/>
                </a:solidFill>
                <a:latin typeface="DejaVu Sans"/>
                <a:ea typeface="DejaVu Sans"/>
                <a:cs typeface="DejaVu Sans"/>
              </a:defRPr>
            </a:lvl2pPr>
            <a:lvl3pPr algn="ctr">
              <a:defRPr sz="3300" b="1">
                <a:solidFill>
                  <a:srgbClr val="173654"/>
                </a:solidFill>
                <a:latin typeface="DejaVu Sans"/>
                <a:ea typeface="DejaVu Sans"/>
                <a:cs typeface="DejaVu Sans"/>
              </a:defRPr>
            </a:lvl3pPr>
            <a:lvl4pPr algn="ctr">
              <a:defRPr sz="3300" b="1">
                <a:solidFill>
                  <a:srgbClr val="173654"/>
                </a:solidFill>
                <a:latin typeface="DejaVu Sans"/>
                <a:ea typeface="DejaVu Sans"/>
                <a:cs typeface="DejaVu Sans"/>
              </a:defRPr>
            </a:lvl4pPr>
            <a:lvl5pPr algn="ctr">
              <a:defRPr sz="3300" b="1">
                <a:solidFill>
                  <a:srgbClr val="173654"/>
                </a:solidFill>
                <a:latin typeface="DejaVu Sans"/>
                <a:ea typeface="DejaVu Sans"/>
                <a:cs typeface="DejaVu Sans"/>
              </a:defRPr>
            </a:lvl5pPr>
            <a:lvl6pPr algn="ctr">
              <a:defRPr sz="3300" b="1">
                <a:solidFill>
                  <a:srgbClr val="173654"/>
                </a:solidFill>
                <a:latin typeface="DejaVu Sans"/>
                <a:ea typeface="DejaVu Sans"/>
                <a:cs typeface="DejaVu Sans"/>
              </a:defRPr>
            </a:lvl6pPr>
            <a:lvl7pPr algn="ctr">
              <a:defRPr sz="3300" b="1">
                <a:solidFill>
                  <a:srgbClr val="173654"/>
                </a:solidFill>
                <a:latin typeface="DejaVu Sans"/>
                <a:ea typeface="DejaVu Sans"/>
                <a:cs typeface="DejaVu Sans"/>
              </a:defRPr>
            </a:lvl7pPr>
            <a:lvl8pPr algn="ctr">
              <a:defRPr sz="3300" b="1">
                <a:solidFill>
                  <a:srgbClr val="173654"/>
                </a:solidFill>
                <a:latin typeface="DejaVu Sans"/>
                <a:ea typeface="DejaVu Sans"/>
                <a:cs typeface="DejaVu Sans"/>
              </a:defRPr>
            </a:lvl8pPr>
            <a:lvl9pPr algn="ctr">
              <a:defRPr sz="3300" b="1">
                <a:solidFill>
                  <a:srgbClr val="173654"/>
                </a:solidFill>
                <a:latin typeface="DejaVu Sans"/>
                <a:ea typeface="DejaVu Sans"/>
                <a:cs typeface="DejaVu Sans"/>
              </a:defRPr>
            </a:lvl9pPr>
          </a:lstStyle>
          <a:p xmlns:a="http://schemas.openxmlformats.org/drawingml/2006/main">
            <a:pPr algn="ctr">
              <a:defRPr sz="3300" b="1">
                <a:solidFill>
                  <a:srgbClr val="173654"/>
                </a:solidFill>
                <a:latin typeface="DejaVu Sans"/>
                <a:ea typeface="DejaVu Sans"/>
                <a:cs typeface="DejaVu Sans"/>
              </a:defRPr>
            </a:pPr>
            <a:r>
              <a:rPr sz="3300" b="1">
                <a:solidFill>
                  <a:srgbClr val="173654"/>
                </a:solidFill>
                <a:latin typeface="DejaVu Sans"/>
                <a:ea typeface="DejaVu Sans"/>
                <a:cs typeface="DejaVu Sans"/>
              </a:rPr>
              <a:t>הטמעה</a:t>
            </a:r>
          </a:p>
        </p:txBody>
      </p:sp>
      <p:sp>
        <p:nvSpPr>
          <p:cNvPr id="3" name="">
            <a:extLst xmlns:a="http://schemas.openxmlformats.org/drawingml/2006/main">
              <a:ext uri="{FF2B5EF4-FFF2-40B4-BE49-F238E27FC236}">
                <a16:creationId xmlns:a16="http://schemas.microsoft.com/office/drawing/2014/main" id="{4F9C09C5-5D21-4899-B0F2-BD286A46C606}"/>
              </a:ext>
            </a:extLst>
          </p:cNvPr>
          <p:cNvSpPr>
            <a:spLocks xmlns:a="http://schemas.openxmlformats.org/drawingml/2006/main" noGrp="1"/>
          </p:cNvSpPr>
          <p:nvPr/>
        </p:nvSpPr>
        <p:spPr>
          <a:xfrm xmlns:a="http://schemas.openxmlformats.org/drawingml/2006/main">
            <a:off x="666750" y="6248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06274"/>
                </a:solidFill>
                <a:latin typeface="DejaVu Sans"/>
                <a:ea typeface="DejaVu Sans"/>
                <a:cs typeface="DejaVu Sans"/>
              </a:defRPr>
            </a:defPPr>
            <a:lvl1pPr algn="l">
              <a:defRPr sz="1350" b="0">
                <a:solidFill>
                  <a:srgbClr val="506274"/>
                </a:solidFill>
                <a:latin typeface="DejaVu Sans"/>
                <a:ea typeface="DejaVu Sans"/>
                <a:cs typeface="DejaVu Sans"/>
              </a:defRPr>
            </a:lvl1pPr>
            <a:lvl2pPr algn="l">
              <a:defRPr sz="1350" b="0">
                <a:solidFill>
                  <a:srgbClr val="506274"/>
                </a:solidFill>
                <a:latin typeface="DejaVu Sans"/>
                <a:ea typeface="DejaVu Sans"/>
                <a:cs typeface="DejaVu Sans"/>
              </a:defRPr>
            </a:lvl2pPr>
            <a:lvl3pPr algn="l">
              <a:defRPr sz="1350" b="0">
                <a:solidFill>
                  <a:srgbClr val="506274"/>
                </a:solidFill>
                <a:latin typeface="DejaVu Sans"/>
                <a:ea typeface="DejaVu Sans"/>
                <a:cs typeface="DejaVu Sans"/>
              </a:defRPr>
            </a:lvl3pPr>
            <a:lvl4pPr algn="l">
              <a:defRPr sz="1350" b="0">
                <a:solidFill>
                  <a:srgbClr val="506274"/>
                </a:solidFill>
                <a:latin typeface="DejaVu Sans"/>
                <a:ea typeface="DejaVu Sans"/>
                <a:cs typeface="DejaVu Sans"/>
              </a:defRPr>
            </a:lvl4pPr>
            <a:lvl5pPr algn="l">
              <a:defRPr sz="1350" b="0">
                <a:solidFill>
                  <a:srgbClr val="506274"/>
                </a:solidFill>
                <a:latin typeface="DejaVu Sans"/>
                <a:ea typeface="DejaVu Sans"/>
                <a:cs typeface="DejaVu Sans"/>
              </a:defRPr>
            </a:lvl5pPr>
            <a:lvl6pPr algn="l">
              <a:defRPr sz="1350" b="0">
                <a:solidFill>
                  <a:srgbClr val="506274"/>
                </a:solidFill>
                <a:latin typeface="DejaVu Sans"/>
                <a:ea typeface="DejaVu Sans"/>
                <a:cs typeface="DejaVu Sans"/>
              </a:defRPr>
            </a:lvl6pPr>
            <a:lvl7pPr algn="l">
              <a:defRPr sz="1350" b="0">
                <a:solidFill>
                  <a:srgbClr val="506274"/>
                </a:solidFill>
                <a:latin typeface="DejaVu Sans"/>
                <a:ea typeface="DejaVu Sans"/>
                <a:cs typeface="DejaVu Sans"/>
              </a:defRPr>
            </a:lvl7pPr>
            <a:lvl8pPr algn="l">
              <a:defRPr sz="1350" b="0">
                <a:solidFill>
                  <a:srgbClr val="506274"/>
                </a:solidFill>
                <a:latin typeface="DejaVu Sans"/>
                <a:ea typeface="DejaVu Sans"/>
                <a:cs typeface="DejaVu Sans"/>
              </a:defRPr>
            </a:lvl8pPr>
            <a:lvl9pPr algn="l">
              <a:defRPr sz="1350" b="0">
                <a:solidFill>
                  <a:srgbClr val="506274"/>
                </a:solidFill>
                <a:latin typeface="DejaVu Sans"/>
                <a:ea typeface="DejaVu Sans"/>
                <a:cs typeface="DejaVu Sans"/>
              </a:defRPr>
            </a:lvl9pPr>
          </a:lstStyle>
          <a:p xmlns:a="http://schemas.openxmlformats.org/drawingml/2006/main">
            <a:pPr algn="l">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1853D132-6EED-4E55-84CC-CC84FA57D3E0}"/>
              </a:ext>
            </a:extLst>
          </p:cNvPr>
          <p:cNvSpPr>
            <a:spLocks xmlns:a="http://schemas.openxmlformats.org/drawingml/2006/main" noGrp="1"/>
          </p:cNvSpPr>
          <p:nvPr/>
        </p:nvSpPr>
        <p:spPr>
          <a:xfrm xmlns:a="http://schemas.openxmlformats.org/drawingml/2006/main">
            <a:off x="10883741" y="6248400"/>
            <a:ext cx="660559"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שולרופר</a:t>
            </a:r>
          </a:p>
        </p:txBody>
      </p:sp>
      <p:sp>
        <p:nvSpPr>
          <p:cNvPr id="5" name="">
            <a:extLst xmlns:a="http://schemas.openxmlformats.org/drawingml/2006/main">
              <a:ext uri="{FF2B5EF4-FFF2-40B4-BE49-F238E27FC236}">
                <a16:creationId xmlns:a16="http://schemas.microsoft.com/office/drawing/2014/main" id="{1903D096-3FC9-4023-AB8C-8CB2FA5F6AFE}"/>
              </a:ext>
            </a:extLst>
          </p:cNvPr>
          <p:cNvSpPr>
            <a:spLocks xmlns:a="http://schemas.openxmlformats.org/drawingml/2006/main" noGrp="1"/>
          </p:cNvSpPr>
          <p:nvPr/>
        </p:nvSpPr>
        <p:spPr>
          <a:xfrm xmlns:a="http://schemas.openxmlformats.org/drawingml/2006/main">
            <a:off x="10542556" y="6248400"/>
            <a:ext cx="30575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אור</a:t>
            </a:r>
          </a:p>
        </p:txBody>
      </p:sp>
      <p:sp>
        <p:nvSpPr>
          <p:cNvPr id="6" name="">
            <a:extLst xmlns:a="http://schemas.openxmlformats.org/drawingml/2006/main">
              <a:ext uri="{FF2B5EF4-FFF2-40B4-BE49-F238E27FC236}">
                <a16:creationId xmlns:a16="http://schemas.microsoft.com/office/drawing/2014/main" id="{4E18B5BD-631B-4AD6-8241-30BAC0098E10}"/>
              </a:ext>
            </a:extLst>
          </p:cNvPr>
          <p:cNvSpPr>
            <a:spLocks xmlns:a="http://schemas.openxmlformats.org/drawingml/2006/main" noGrp="1"/>
          </p:cNvSpPr>
          <p:nvPr/>
        </p:nvSpPr>
        <p:spPr>
          <a:xfrm xmlns:a="http://schemas.openxmlformats.org/drawingml/2006/main">
            <a:off x="10401776" y="6248400"/>
            <a:ext cx="1053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a:t>
            </a:r>
          </a:p>
        </p:txBody>
      </p:sp>
      <p:sp>
        <p:nvSpPr>
          <p:cNvPr id="7" name="">
            <a:extLst xmlns:a="http://schemas.openxmlformats.org/drawingml/2006/main">
              <a:ext uri="{FF2B5EF4-FFF2-40B4-BE49-F238E27FC236}">
                <a16:creationId xmlns:a16="http://schemas.microsoft.com/office/drawing/2014/main" id="{B13D37CA-E3F2-4CCA-8B6D-DC20C46E7CEF}"/>
              </a:ext>
            </a:extLst>
          </p:cNvPr>
          <p:cNvSpPr>
            <a:spLocks xmlns:a="http://schemas.openxmlformats.org/drawingml/2006/main" noGrp="1"/>
          </p:cNvSpPr>
          <p:nvPr/>
        </p:nvSpPr>
        <p:spPr>
          <a:xfrm xmlns:a="http://schemas.openxmlformats.org/drawingml/2006/main">
            <a:off x="10005060" y="6248400"/>
            <a:ext cx="36128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סיווג</a:t>
            </a:r>
          </a:p>
        </p:txBody>
      </p:sp>
      <p:sp>
        <p:nvSpPr>
          <p:cNvPr id="8" name="">
            <a:extLst xmlns:a="http://schemas.openxmlformats.org/drawingml/2006/main">
              <a:ext uri="{FF2B5EF4-FFF2-40B4-BE49-F238E27FC236}">
                <a16:creationId xmlns:a16="http://schemas.microsoft.com/office/drawing/2014/main" id="{11BCF508-F61B-4A6F-964A-EDA6F8791DAB}"/>
              </a:ext>
            </a:extLst>
          </p:cNvPr>
          <p:cNvSpPr>
            <a:spLocks xmlns:a="http://schemas.openxmlformats.org/drawingml/2006/main" noGrp="1"/>
          </p:cNvSpPr>
          <p:nvPr/>
        </p:nvSpPr>
        <p:spPr>
          <a:xfrm xmlns:a="http://schemas.openxmlformats.org/drawingml/2006/main">
            <a:off x="9436322" y="6248400"/>
            <a:ext cx="533305"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משלחי</a:t>
            </a:r>
          </a:p>
        </p:txBody>
      </p:sp>
      <p:sp>
        <p:nvSpPr>
          <p:cNvPr id="9" name="">
            <a:extLst xmlns:a="http://schemas.openxmlformats.org/drawingml/2006/main">
              <a:ext uri="{FF2B5EF4-FFF2-40B4-BE49-F238E27FC236}">
                <a16:creationId xmlns:a16="http://schemas.microsoft.com/office/drawing/2014/main" id="{3264A2CA-1F28-4E5C-917B-12437E802E79}"/>
              </a:ext>
            </a:extLst>
          </p:cNvPr>
          <p:cNvSpPr>
            <a:spLocks xmlns:a="http://schemas.openxmlformats.org/drawingml/2006/main" noGrp="1"/>
          </p:cNvSpPr>
          <p:nvPr/>
        </p:nvSpPr>
        <p:spPr>
          <a:xfrm xmlns:a="http://schemas.openxmlformats.org/drawingml/2006/main">
            <a:off x="9221343" y="6248400"/>
            <a:ext cx="179546"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350" b="0">
                <a:solidFill>
                  <a:srgbClr val="506274"/>
                </a:solidFill>
                <a:latin typeface="DejaVu Sans"/>
                <a:ea typeface="DejaVu Sans"/>
                <a:cs typeface="DejaVu Sans"/>
              </a:defRPr>
            </a:defPPr>
            <a:lvl1pPr algn="ctr">
              <a:defRPr sz="1350" b="0">
                <a:solidFill>
                  <a:srgbClr val="506274"/>
                </a:solidFill>
                <a:latin typeface="DejaVu Sans"/>
                <a:ea typeface="DejaVu Sans"/>
                <a:cs typeface="DejaVu Sans"/>
              </a:defRPr>
            </a:lvl1pPr>
            <a:lvl2pPr algn="ctr">
              <a:defRPr sz="1350" b="0">
                <a:solidFill>
                  <a:srgbClr val="506274"/>
                </a:solidFill>
                <a:latin typeface="DejaVu Sans"/>
                <a:ea typeface="DejaVu Sans"/>
                <a:cs typeface="DejaVu Sans"/>
              </a:defRPr>
            </a:lvl2pPr>
            <a:lvl3pPr algn="ctr">
              <a:defRPr sz="1350" b="0">
                <a:solidFill>
                  <a:srgbClr val="506274"/>
                </a:solidFill>
                <a:latin typeface="DejaVu Sans"/>
                <a:ea typeface="DejaVu Sans"/>
                <a:cs typeface="DejaVu Sans"/>
              </a:defRPr>
            </a:lvl3pPr>
            <a:lvl4pPr algn="ctr">
              <a:defRPr sz="1350" b="0">
                <a:solidFill>
                  <a:srgbClr val="506274"/>
                </a:solidFill>
                <a:latin typeface="DejaVu Sans"/>
                <a:ea typeface="DejaVu Sans"/>
                <a:cs typeface="DejaVu Sans"/>
              </a:defRPr>
            </a:lvl4pPr>
            <a:lvl5pPr algn="ctr">
              <a:defRPr sz="1350" b="0">
                <a:solidFill>
                  <a:srgbClr val="506274"/>
                </a:solidFill>
                <a:latin typeface="DejaVu Sans"/>
                <a:ea typeface="DejaVu Sans"/>
                <a:cs typeface="DejaVu Sans"/>
              </a:defRPr>
            </a:lvl5pPr>
            <a:lvl6pPr algn="ctr">
              <a:defRPr sz="1350" b="0">
                <a:solidFill>
                  <a:srgbClr val="506274"/>
                </a:solidFill>
                <a:latin typeface="DejaVu Sans"/>
                <a:ea typeface="DejaVu Sans"/>
                <a:cs typeface="DejaVu Sans"/>
              </a:defRPr>
            </a:lvl6pPr>
            <a:lvl7pPr algn="ctr">
              <a:defRPr sz="1350" b="0">
                <a:solidFill>
                  <a:srgbClr val="506274"/>
                </a:solidFill>
                <a:latin typeface="DejaVu Sans"/>
                <a:ea typeface="DejaVu Sans"/>
                <a:cs typeface="DejaVu Sans"/>
              </a:defRPr>
            </a:lvl7pPr>
            <a:lvl8pPr algn="ctr">
              <a:defRPr sz="1350" b="0">
                <a:solidFill>
                  <a:srgbClr val="506274"/>
                </a:solidFill>
                <a:latin typeface="DejaVu Sans"/>
                <a:ea typeface="DejaVu Sans"/>
                <a:cs typeface="DejaVu Sans"/>
              </a:defRPr>
            </a:lvl8pPr>
            <a:lvl9pPr algn="ctr">
              <a:defRPr sz="1350" b="0">
                <a:solidFill>
                  <a:srgbClr val="506274"/>
                </a:solidFill>
                <a:latin typeface="DejaVu Sans"/>
                <a:ea typeface="DejaVu Sans"/>
                <a:cs typeface="DejaVu Sans"/>
              </a:defRPr>
            </a:lvl9pPr>
          </a:lstStyle>
          <a:p xmlns:a="http://schemas.openxmlformats.org/drawingml/2006/main">
            <a:pPr algn="ctr">
              <a:defRPr sz="1350" b="0">
                <a:solidFill>
                  <a:srgbClr val="506274"/>
                </a:solidFill>
                <a:latin typeface="DejaVu Sans"/>
                <a:ea typeface="DejaVu Sans"/>
                <a:cs typeface="DejaVu Sans"/>
              </a:defRPr>
            </a:pPr>
            <a:r>
              <a:rPr sz="1350" b="0">
                <a:solidFill>
                  <a:srgbClr val="506274"/>
                </a:solidFill>
                <a:latin typeface="DejaVu Sans"/>
                <a:ea typeface="DejaVu Sans"/>
                <a:cs typeface="DejaVu Sans"/>
              </a:rPr>
              <a:t>יד</a:t>
            </a:r>
          </a:p>
        </p:txBody>
      </p:sp>
      <p:sp>
        <p:nvSpPr>
          <p:cNvPr id="10" name="">
            <a:extLst xmlns:a="http://schemas.openxmlformats.org/drawingml/2006/main">
              <a:ext uri="{FF2B5EF4-FFF2-40B4-BE49-F238E27FC236}">
                <a16:creationId xmlns:a16="http://schemas.microsoft.com/office/drawing/2014/main" id="{A6280782-95AA-4677-9FA1-BCD5D93C3E3D}"/>
              </a:ext>
            </a:extLst>
          </p:cNvPr>
          <p:cNvSpPr>
            <a:spLocks xmlns:a="http://schemas.openxmlformats.org/drawingml/2006/main" noGrp="1"/>
          </p:cNvSpPr>
          <p:nvPr/>
        </p:nvSpPr>
        <p:spPr>
          <a:xfrm xmlns:a="http://schemas.openxmlformats.org/drawingml/2006/main">
            <a:off x="10355771" y="1524000"/>
            <a:ext cx="95040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ראשית:</a:t>
            </a:r>
          </a:p>
        </p:txBody>
      </p:sp>
      <p:sp>
        <p:nvSpPr>
          <p:cNvPr id="11" name="">
            <a:extLst xmlns:a="http://schemas.openxmlformats.org/drawingml/2006/main">
              <a:ext uri="{FF2B5EF4-FFF2-40B4-BE49-F238E27FC236}">
                <a16:creationId xmlns:a16="http://schemas.microsoft.com/office/drawing/2014/main" id="{FE1E655B-FA23-4F8E-8398-3E79D555F9E8}"/>
              </a:ext>
            </a:extLst>
          </p:cNvPr>
          <p:cNvSpPr>
            <a:spLocks xmlns:a="http://schemas.openxmlformats.org/drawingml/2006/main" noGrp="1"/>
          </p:cNvSpPr>
          <p:nvPr/>
        </p:nvSpPr>
        <p:spPr>
          <a:xfrm xmlns:a="http://schemas.openxmlformats.org/drawingml/2006/main">
            <a:off x="9578912" y="1524000"/>
            <a:ext cx="70504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מדגם</a:t>
            </a:r>
          </a:p>
        </p:txBody>
      </p:sp>
      <p:sp>
        <p:nvSpPr>
          <p:cNvPr id="12" name="">
            <a:extLst xmlns:a="http://schemas.openxmlformats.org/drawingml/2006/main">
              <a:ext uri="{FF2B5EF4-FFF2-40B4-BE49-F238E27FC236}">
                <a16:creationId xmlns:a16="http://schemas.microsoft.com/office/drawing/2014/main" id="{F6AB6E66-57C5-48FD-B3EC-59FD065A4900}"/>
              </a:ext>
            </a:extLst>
          </p:cNvPr>
          <p:cNvSpPr>
            <a:spLocks xmlns:a="http://schemas.openxmlformats.org/drawingml/2006/main" noGrp="1"/>
          </p:cNvSpPr>
          <p:nvPr/>
        </p:nvSpPr>
        <p:spPr>
          <a:xfrm xmlns:a="http://schemas.openxmlformats.org/drawingml/2006/main">
            <a:off x="8850249" y="1524000"/>
            <a:ext cx="65684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מייצג</a:t>
            </a:r>
          </a:p>
        </p:txBody>
      </p:sp>
      <p:sp>
        <p:nvSpPr>
          <p:cNvPr id="13" name="">
            <a:extLst xmlns:a="http://schemas.openxmlformats.org/drawingml/2006/main">
              <a:ext uri="{FF2B5EF4-FFF2-40B4-BE49-F238E27FC236}">
                <a16:creationId xmlns:a16="http://schemas.microsoft.com/office/drawing/2014/main" id="{B57BC54C-2042-454A-AE1D-81B2338ACCF0}"/>
              </a:ext>
            </a:extLst>
          </p:cNvPr>
          <p:cNvSpPr>
            <a:spLocks xmlns:a="http://schemas.openxmlformats.org/drawingml/2006/main" noGrp="1"/>
          </p:cNvSpPr>
          <p:nvPr/>
        </p:nvSpPr>
        <p:spPr>
          <a:xfrm xmlns:a="http://schemas.openxmlformats.org/drawingml/2006/main">
            <a:off x="8362283" y="1524000"/>
            <a:ext cx="41614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עם</a:t>
            </a:r>
          </a:p>
        </p:txBody>
      </p:sp>
      <p:sp>
        <p:nvSpPr>
          <p:cNvPr id="14" name="">
            <a:extLst xmlns:a="http://schemas.openxmlformats.org/drawingml/2006/main">
              <a:ext uri="{FF2B5EF4-FFF2-40B4-BE49-F238E27FC236}">
                <a16:creationId xmlns:a16="http://schemas.microsoft.com/office/drawing/2014/main" id="{6FE3EB93-4020-4B9C-A899-D4B67A39278E}"/>
              </a:ext>
            </a:extLst>
          </p:cNvPr>
          <p:cNvSpPr>
            <a:spLocks xmlns:a="http://schemas.openxmlformats.org/drawingml/2006/main" noGrp="1"/>
          </p:cNvSpPr>
          <p:nvPr/>
        </p:nvSpPr>
        <p:spPr>
          <a:xfrm xmlns:a="http://schemas.openxmlformats.org/drawingml/2006/main">
            <a:off x="7377113" y="1524000"/>
            <a:ext cx="91335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הכרעת</a:t>
            </a:r>
          </a:p>
        </p:txBody>
      </p:sp>
      <p:sp>
        <p:nvSpPr>
          <p:cNvPr id="15" name="">
            <a:extLst xmlns:a="http://schemas.openxmlformats.org/drawingml/2006/main">
              <a:ext uri="{FF2B5EF4-FFF2-40B4-BE49-F238E27FC236}">
                <a16:creationId xmlns:a16="http://schemas.microsoft.com/office/drawing/2014/main" id="{0628E9CB-2E7B-470E-AB5B-400C4D23590F}"/>
              </a:ext>
            </a:extLst>
          </p:cNvPr>
          <p:cNvSpPr>
            <a:spLocks xmlns:a="http://schemas.openxmlformats.org/drawingml/2006/main" noGrp="1"/>
          </p:cNvSpPr>
          <p:nvPr/>
        </p:nvSpPr>
        <p:spPr>
          <a:xfrm xmlns:a="http://schemas.openxmlformats.org/drawingml/2006/main">
            <a:off x="6256973" y="1524000"/>
            <a:ext cx="104832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סמלנים,</a:t>
            </a:r>
          </a:p>
        </p:txBody>
      </p:sp>
      <p:sp>
        <p:nvSpPr>
          <p:cNvPr id="16" name="">
            <a:extLst xmlns:a="http://schemas.openxmlformats.org/drawingml/2006/main">
              <a:ext uri="{FF2B5EF4-FFF2-40B4-BE49-F238E27FC236}">
                <a16:creationId xmlns:a16="http://schemas.microsoft.com/office/drawing/2014/main" id="{AE241C97-E4CE-4C6A-8BE2-CEECFF3C4BEE}"/>
              </a:ext>
            </a:extLst>
          </p:cNvPr>
          <p:cNvSpPr>
            <a:spLocks xmlns:a="http://schemas.openxmlformats.org/drawingml/2006/main" noGrp="1"/>
          </p:cNvSpPr>
          <p:nvPr/>
        </p:nvSpPr>
        <p:spPr>
          <a:xfrm xmlns:a="http://schemas.openxmlformats.org/drawingml/2006/main">
            <a:off x="5471160" y="1524000"/>
            <a:ext cx="71399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מזהה</a:t>
            </a:r>
          </a:p>
        </p:txBody>
      </p:sp>
      <p:sp>
        <p:nvSpPr>
          <p:cNvPr id="17" name="">
            <a:extLst xmlns:a="http://schemas.openxmlformats.org/drawingml/2006/main">
              <a:ext uri="{FF2B5EF4-FFF2-40B4-BE49-F238E27FC236}">
                <a16:creationId xmlns:a16="http://schemas.microsoft.com/office/drawing/2014/main" id="{6AD7678A-056F-4B72-AAEF-1C748618078C}"/>
              </a:ext>
            </a:extLst>
          </p:cNvPr>
          <p:cNvSpPr>
            <a:spLocks xmlns:a="http://schemas.openxmlformats.org/drawingml/2006/main" noGrp="1"/>
          </p:cNvSpPr>
          <p:nvPr/>
        </p:nvSpPr>
        <p:spPr>
          <a:xfrm xmlns:a="http://schemas.openxmlformats.org/drawingml/2006/main">
            <a:off x="4597051" y="1524000"/>
            <a:ext cx="80229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נסקר,</a:t>
            </a:r>
          </a:p>
        </p:txBody>
      </p:sp>
      <p:sp>
        <p:nvSpPr>
          <p:cNvPr id="18" name="">
            <a:extLst xmlns:a="http://schemas.openxmlformats.org/drawingml/2006/main">
              <a:ext uri="{FF2B5EF4-FFF2-40B4-BE49-F238E27FC236}">
                <a16:creationId xmlns:a16="http://schemas.microsoft.com/office/drawing/2014/main" id="{77AB3094-636B-4600-B0C0-348749599A4B}"/>
              </a:ext>
            </a:extLst>
          </p:cNvPr>
          <p:cNvSpPr>
            <a:spLocks xmlns:a="http://schemas.openxmlformats.org/drawingml/2006/main" noGrp="1"/>
          </p:cNvSpPr>
          <p:nvPr/>
        </p:nvSpPr>
        <p:spPr>
          <a:xfrm xmlns:a="http://schemas.openxmlformats.org/drawingml/2006/main">
            <a:off x="4106704" y="1524000"/>
            <a:ext cx="41852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זמן</a:t>
            </a:r>
          </a:p>
        </p:txBody>
      </p:sp>
      <p:sp>
        <p:nvSpPr>
          <p:cNvPr id="19" name="">
            <a:extLst xmlns:a="http://schemas.openxmlformats.org/drawingml/2006/main">
              <a:ext uri="{FF2B5EF4-FFF2-40B4-BE49-F238E27FC236}">
                <a16:creationId xmlns:a16="http://schemas.microsoft.com/office/drawing/2014/main" id="{1A0A4EC6-AB7C-4D5C-A980-C9022C3E6FD8}"/>
              </a:ext>
            </a:extLst>
          </p:cNvPr>
          <p:cNvSpPr>
            <a:spLocks xmlns:a="http://schemas.openxmlformats.org/drawingml/2006/main" noGrp="1"/>
          </p:cNvSpPr>
          <p:nvPr/>
        </p:nvSpPr>
        <p:spPr>
          <a:xfrm xmlns:a="http://schemas.openxmlformats.org/drawingml/2006/main">
            <a:off x="3185160" y="1524000"/>
            <a:ext cx="84972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שליחה</a:t>
            </a:r>
          </a:p>
        </p:txBody>
      </p:sp>
      <p:sp>
        <p:nvSpPr>
          <p:cNvPr id="20" name="">
            <a:extLst xmlns:a="http://schemas.openxmlformats.org/drawingml/2006/main">
              <a:ext uri="{FF2B5EF4-FFF2-40B4-BE49-F238E27FC236}">
                <a16:creationId xmlns:a16="http://schemas.microsoft.com/office/drawing/2014/main" id="{90A6CC1A-6263-4DE1-9452-3033F1740B31}"/>
              </a:ext>
            </a:extLst>
          </p:cNvPr>
          <p:cNvSpPr>
            <a:spLocks xmlns:a="http://schemas.openxmlformats.org/drawingml/2006/main" noGrp="1"/>
          </p:cNvSpPr>
          <p:nvPr/>
        </p:nvSpPr>
        <p:spPr>
          <a:xfrm xmlns:a="http://schemas.openxmlformats.org/drawingml/2006/main">
            <a:off x="2335530" y="1524000"/>
            <a:ext cx="77781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וגרסת</a:t>
            </a:r>
          </a:p>
        </p:txBody>
      </p:sp>
      <p:sp>
        <p:nvSpPr>
          <p:cNvPr id="21" name="">
            <a:extLst xmlns:a="http://schemas.openxmlformats.org/drawingml/2006/main">
              <a:ext uri="{FF2B5EF4-FFF2-40B4-BE49-F238E27FC236}">
                <a16:creationId xmlns:a16="http://schemas.microsoft.com/office/drawing/2014/main" id="{3DCA64E6-EE06-4A63-B230-719A076CFA4A}"/>
              </a:ext>
            </a:extLst>
          </p:cNvPr>
          <p:cNvSpPr>
            <a:spLocks xmlns:a="http://schemas.openxmlformats.org/drawingml/2006/main" noGrp="1"/>
          </p:cNvSpPr>
          <p:nvPr/>
        </p:nvSpPr>
        <p:spPr>
          <a:xfrm xmlns:a="http://schemas.openxmlformats.org/drawingml/2006/main">
            <a:off x="1640015" y="1524000"/>
            <a:ext cx="62369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מילון</a:t>
            </a:r>
          </a:p>
        </p:txBody>
      </p:sp>
      <p:sp>
        <p:nvSpPr>
          <p:cNvPr id="22" name="">
            <a:extLst xmlns:a="http://schemas.openxmlformats.org/drawingml/2006/main">
              <a:ext uri="{FF2B5EF4-FFF2-40B4-BE49-F238E27FC236}">
                <a16:creationId xmlns:a16="http://schemas.microsoft.com/office/drawing/2014/main" id="{3A80856A-1846-4058-9540-721236486555}"/>
              </a:ext>
            </a:extLst>
          </p:cNvPr>
          <p:cNvSpPr>
            <a:spLocks xmlns:a="http://schemas.openxmlformats.org/drawingml/2006/main" noGrp="1"/>
          </p:cNvSpPr>
          <p:nvPr/>
        </p:nvSpPr>
        <p:spPr>
          <a:xfrm xmlns:a="http://schemas.openxmlformats.org/drawingml/2006/main">
            <a:off x="997744" y="1524000"/>
            <a:ext cx="57045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סיווג</a:t>
            </a:r>
          </a:p>
        </p:txBody>
      </p:sp>
      <p:sp>
        <p:nvSpPr>
          <p:cNvPr id="23" name="">
            <a:extLst xmlns:a="http://schemas.openxmlformats.org/drawingml/2006/main">
              <a:ext uri="{FF2B5EF4-FFF2-40B4-BE49-F238E27FC236}">
                <a16:creationId xmlns:a16="http://schemas.microsoft.com/office/drawing/2014/main" id="{48B90DD9-A420-4B3B-822A-A98A4471C034}"/>
              </a:ext>
            </a:extLst>
          </p:cNvPr>
          <p:cNvSpPr>
            <a:spLocks xmlns:a="http://schemas.openxmlformats.org/drawingml/2006/main" noGrp="1"/>
          </p:cNvSpPr>
          <p:nvPr/>
        </p:nvSpPr>
        <p:spPr>
          <a:xfrm xmlns:a="http://schemas.openxmlformats.org/drawingml/2006/main">
            <a:off x="10177367" y="1909763"/>
            <a:ext cx="112880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מוסכמת.</a:t>
            </a:r>
          </a:p>
        </p:txBody>
      </p:sp>
      <p:sp>
        <p:nvSpPr>
          <p:cNvPr id="24" name="">
            <a:extLst xmlns:a="http://schemas.openxmlformats.org/drawingml/2006/main">
              <a:ext uri="{FF2B5EF4-FFF2-40B4-BE49-F238E27FC236}">
                <a16:creationId xmlns:a16="http://schemas.microsoft.com/office/drawing/2014/main" id="{3A72BB1E-FCC3-4942-8285-9792055B0AB3}"/>
              </a:ext>
            </a:extLst>
          </p:cNvPr>
          <p:cNvSpPr>
            <a:spLocks xmlns:a="http://schemas.openxmlformats.org/drawingml/2006/main" noGrp="1"/>
          </p:cNvSpPr>
          <p:nvPr/>
        </p:nvSpPr>
        <p:spPr>
          <a:xfrm xmlns:a="http://schemas.openxmlformats.org/drawingml/2006/main">
            <a:off x="10260425" y="2857500"/>
            <a:ext cx="104575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בהמשך:</a:t>
            </a:r>
          </a:p>
        </p:txBody>
      </p:sp>
      <p:sp>
        <p:nvSpPr>
          <p:cNvPr id="25" name="">
            <a:extLst xmlns:a="http://schemas.openxmlformats.org/drawingml/2006/main">
              <a:ext uri="{FF2B5EF4-FFF2-40B4-BE49-F238E27FC236}">
                <a16:creationId xmlns:a16="http://schemas.microsoft.com/office/drawing/2014/main" id="{EA576AD1-DE5A-4245-B873-B43E2D9E1A9F}"/>
              </a:ext>
            </a:extLst>
          </p:cNvPr>
          <p:cNvSpPr>
            <a:spLocks xmlns:a="http://schemas.openxmlformats.org/drawingml/2006/main" noGrp="1"/>
          </p:cNvSpPr>
          <p:nvPr/>
        </p:nvSpPr>
        <p:spPr>
          <a:xfrm xmlns:a="http://schemas.openxmlformats.org/drawingml/2006/main">
            <a:off x="9218390" y="2857500"/>
            <a:ext cx="97021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השוואה</a:t>
            </a:r>
          </a:p>
        </p:txBody>
      </p:sp>
      <p:sp>
        <p:nvSpPr>
          <p:cNvPr id="26" name="">
            <a:extLst xmlns:a="http://schemas.openxmlformats.org/drawingml/2006/main">
              <a:ext uri="{FF2B5EF4-FFF2-40B4-BE49-F238E27FC236}">
                <a16:creationId xmlns:a16="http://schemas.microsoft.com/office/drawing/2014/main" id="{76E02478-4C96-40C4-8A9A-4913E14A88C8}"/>
              </a:ext>
            </a:extLst>
          </p:cNvPr>
          <p:cNvSpPr>
            <a:spLocks xmlns:a="http://schemas.openxmlformats.org/drawingml/2006/main" noGrp="1"/>
          </p:cNvSpPr>
          <p:nvPr/>
        </p:nvSpPr>
        <p:spPr>
          <a:xfrm xmlns:a="http://schemas.openxmlformats.org/drawingml/2006/main">
            <a:off x="8346186" y="2857500"/>
            <a:ext cx="80038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למודל</a:t>
            </a:r>
          </a:p>
        </p:txBody>
      </p:sp>
      <p:sp>
        <p:nvSpPr>
          <p:cNvPr id="27" name="">
            <a:extLst xmlns:a="http://schemas.openxmlformats.org/drawingml/2006/main">
              <a:ext uri="{FF2B5EF4-FFF2-40B4-BE49-F238E27FC236}">
                <a16:creationId xmlns:a16="http://schemas.microsoft.com/office/drawing/2014/main" id="{5110C930-8DAE-46BE-AA4D-BDA94E740E75}"/>
              </a:ext>
            </a:extLst>
          </p:cNvPr>
          <p:cNvSpPr>
            <a:spLocks xmlns:a="http://schemas.openxmlformats.org/drawingml/2006/main" noGrp="1"/>
          </p:cNvSpPr>
          <p:nvPr/>
        </p:nvSpPr>
        <p:spPr>
          <a:xfrm xmlns:a="http://schemas.openxmlformats.org/drawingml/2006/main">
            <a:off x="7659148" y="2857500"/>
            <a:ext cx="61522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שפה</a:t>
            </a:r>
          </a:p>
        </p:txBody>
      </p:sp>
      <p:sp>
        <p:nvSpPr>
          <p:cNvPr id="28" name="">
            <a:extLst xmlns:a="http://schemas.openxmlformats.org/drawingml/2006/main">
              <a:ext uri="{FF2B5EF4-FFF2-40B4-BE49-F238E27FC236}">
                <a16:creationId xmlns:a16="http://schemas.microsoft.com/office/drawing/2014/main" id="{33C962B5-4531-461C-BD93-32E93F6EA8BF}"/>
              </a:ext>
            </a:extLst>
          </p:cNvPr>
          <p:cNvSpPr>
            <a:spLocks xmlns:a="http://schemas.openxmlformats.org/drawingml/2006/main" noGrp="1"/>
          </p:cNvSpPr>
          <p:nvPr/>
        </p:nvSpPr>
        <p:spPr>
          <a:xfrm xmlns:a="http://schemas.openxmlformats.org/drawingml/2006/main">
            <a:off x="6970395" y="2857500"/>
            <a:ext cx="6169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עברי</a:t>
            </a:r>
          </a:p>
        </p:txBody>
      </p:sp>
      <p:sp>
        <p:nvSpPr>
          <p:cNvPr id="29" name="">
            <a:extLst xmlns:a="http://schemas.openxmlformats.org/drawingml/2006/main">
              <a:ext uri="{FF2B5EF4-FFF2-40B4-BE49-F238E27FC236}">
                <a16:creationId xmlns:a16="http://schemas.microsoft.com/office/drawing/2014/main" id="{77A1078B-D1E4-4FC9-B55E-73861249F59B}"/>
              </a:ext>
            </a:extLst>
          </p:cNvPr>
          <p:cNvSpPr>
            <a:spLocks xmlns:a="http://schemas.openxmlformats.org/drawingml/2006/main" noGrp="1"/>
          </p:cNvSpPr>
          <p:nvPr/>
        </p:nvSpPr>
        <p:spPr>
          <a:xfrm xmlns:a="http://schemas.openxmlformats.org/drawingml/2006/main">
            <a:off x="5815679" y="2857500"/>
            <a:ext cx="108289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ולשליפת</a:t>
            </a:r>
          </a:p>
        </p:txBody>
      </p:sp>
      <p:sp>
        <p:nvSpPr>
          <p:cNvPr id="30" name="">
            <a:extLst xmlns:a="http://schemas.openxmlformats.org/drawingml/2006/main">
              <a:ext uri="{FF2B5EF4-FFF2-40B4-BE49-F238E27FC236}">
                <a16:creationId xmlns:a16="http://schemas.microsoft.com/office/drawing/2014/main" id="{82CEEA0F-7005-423F-AC12-20F07ADDB7AC}"/>
              </a:ext>
            </a:extLst>
          </p:cNvPr>
          <p:cNvSpPr>
            <a:spLocks xmlns:a="http://schemas.openxmlformats.org/drawingml/2006/main" noGrp="1"/>
          </p:cNvSpPr>
          <p:nvPr/>
        </p:nvSpPr>
        <p:spPr>
          <a:xfrm xmlns:a="http://schemas.openxmlformats.org/drawingml/2006/main">
            <a:off x="4641818" y="2857500"/>
            <a:ext cx="110204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מועמדים</a:t>
            </a:r>
          </a:p>
        </p:txBody>
      </p:sp>
      <p:sp>
        <p:nvSpPr>
          <p:cNvPr id="31" name="">
            <a:extLst xmlns:a="http://schemas.openxmlformats.org/drawingml/2006/main">
              <a:ext uri="{FF2B5EF4-FFF2-40B4-BE49-F238E27FC236}">
                <a16:creationId xmlns:a16="http://schemas.microsoft.com/office/drawing/2014/main" id="{512D399C-4BE4-4E02-834F-59BED0A49B39}"/>
              </a:ext>
            </a:extLst>
          </p:cNvPr>
          <p:cNvSpPr>
            <a:spLocks xmlns:a="http://schemas.openxmlformats.org/drawingml/2006/main" noGrp="1"/>
          </p:cNvSpPr>
          <p:nvPr/>
        </p:nvSpPr>
        <p:spPr>
          <a:xfrm xmlns:a="http://schemas.openxmlformats.org/drawingml/2006/main">
            <a:off x="3474625" y="2857500"/>
            <a:ext cx="109537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מהמילון,</a:t>
            </a:r>
          </a:p>
        </p:txBody>
      </p:sp>
      <p:sp>
        <p:nvSpPr>
          <p:cNvPr id="32" name="">
            <a:extLst xmlns:a="http://schemas.openxmlformats.org/drawingml/2006/main">
              <a:ext uri="{FF2B5EF4-FFF2-40B4-BE49-F238E27FC236}">
                <a16:creationId xmlns:a16="http://schemas.microsoft.com/office/drawing/2014/main" id="{613364BF-9AD9-49C9-8C92-D608918C8B8B}"/>
              </a:ext>
            </a:extLst>
          </p:cNvPr>
          <p:cNvSpPr>
            <a:spLocks xmlns:a="http://schemas.openxmlformats.org/drawingml/2006/main" noGrp="1"/>
          </p:cNvSpPr>
          <p:nvPr/>
        </p:nvSpPr>
        <p:spPr>
          <a:xfrm xmlns:a="http://schemas.openxmlformats.org/drawingml/2006/main">
            <a:off x="2546604" y="2857500"/>
            <a:ext cx="85620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באותה</a:t>
            </a:r>
          </a:p>
        </p:txBody>
      </p:sp>
      <p:sp>
        <p:nvSpPr>
          <p:cNvPr id="33" name="">
            <a:extLst xmlns:a="http://schemas.openxmlformats.org/drawingml/2006/main">
              <a:ext uri="{FF2B5EF4-FFF2-40B4-BE49-F238E27FC236}">
                <a16:creationId xmlns:a16="http://schemas.microsoft.com/office/drawing/2014/main" id="{12CFA934-A1D6-4543-BDD7-23A7B90B41A7}"/>
              </a:ext>
            </a:extLst>
          </p:cNvPr>
          <p:cNvSpPr>
            <a:spLocks xmlns:a="http://schemas.openxmlformats.org/drawingml/2006/main" noGrp="1"/>
          </p:cNvSpPr>
          <p:nvPr/>
        </p:nvSpPr>
        <p:spPr>
          <a:xfrm xmlns:a="http://schemas.openxmlformats.org/drawingml/2006/main">
            <a:off x="1609630" y="2857500"/>
            <a:ext cx="865156"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חלוקת</a:t>
            </a:r>
          </a:p>
        </p:txBody>
      </p:sp>
      <p:sp>
        <p:nvSpPr>
          <p:cNvPr id="34" name="">
            <a:extLst xmlns:a="http://schemas.openxmlformats.org/drawingml/2006/main">
              <a:ext uri="{FF2B5EF4-FFF2-40B4-BE49-F238E27FC236}">
                <a16:creationId xmlns:a16="http://schemas.microsoft.com/office/drawing/2014/main" id="{31837E02-CFA5-4BFB-9447-F9100B7736F5}"/>
              </a:ext>
            </a:extLst>
          </p:cNvPr>
          <p:cNvSpPr>
            <a:spLocks xmlns:a="http://schemas.openxmlformats.org/drawingml/2006/main" noGrp="1"/>
          </p:cNvSpPr>
          <p:nvPr/>
        </p:nvSpPr>
        <p:spPr>
          <a:xfrm xmlns:a="http://schemas.openxmlformats.org/drawingml/2006/main">
            <a:off x="10510552" y="3243263"/>
            <a:ext cx="79562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נתונים</a:t>
            </a:r>
          </a:p>
        </p:txBody>
      </p:sp>
      <p:sp>
        <p:nvSpPr>
          <p:cNvPr id="35" name="">
            <a:extLst xmlns:a="http://schemas.openxmlformats.org/drawingml/2006/main">
              <a:ext uri="{FF2B5EF4-FFF2-40B4-BE49-F238E27FC236}">
                <a16:creationId xmlns:a16="http://schemas.microsoft.com/office/drawing/2014/main" id="{9BC03BF7-6E6A-4ECD-A1CF-3B83D72E8DFE}"/>
              </a:ext>
            </a:extLst>
          </p:cNvPr>
          <p:cNvSpPr>
            <a:spLocks xmlns:a="http://schemas.openxmlformats.org/drawingml/2006/main" noGrp="1"/>
          </p:cNvSpPr>
          <p:nvPr/>
        </p:nvSpPr>
        <p:spPr>
          <a:xfrm xmlns:a="http://schemas.openxmlformats.org/drawingml/2006/main">
            <a:off x="9501759" y="3243263"/>
            <a:ext cx="93697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ובאותם</a:t>
            </a:r>
          </a:p>
        </p:txBody>
      </p:sp>
      <p:sp>
        <p:nvSpPr>
          <p:cNvPr id="36" name="">
            <a:extLst xmlns:a="http://schemas.openxmlformats.org/drawingml/2006/main">
              <a:ext uri="{FF2B5EF4-FFF2-40B4-BE49-F238E27FC236}">
                <a16:creationId xmlns:a16="http://schemas.microsoft.com/office/drawing/2014/main" id="{FBD35533-B9A7-447C-8F02-BA611DF6A210}"/>
              </a:ext>
            </a:extLst>
          </p:cNvPr>
          <p:cNvSpPr>
            <a:spLocks xmlns:a="http://schemas.openxmlformats.org/drawingml/2006/main" noGrp="1"/>
          </p:cNvSpPr>
          <p:nvPr/>
        </p:nvSpPr>
        <p:spPr>
          <a:xfrm xmlns:a="http://schemas.openxmlformats.org/drawingml/2006/main">
            <a:off x="8531923" y="3243263"/>
            <a:ext cx="89801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מדדים.</a:t>
            </a:r>
          </a:p>
        </p:txBody>
      </p:sp>
      <p:sp>
        <p:nvSpPr>
          <p:cNvPr id="37" name="">
            <a:extLst xmlns:a="http://schemas.openxmlformats.org/drawingml/2006/main">
              <a:ext uri="{FF2B5EF4-FFF2-40B4-BE49-F238E27FC236}">
                <a16:creationId xmlns:a16="http://schemas.microsoft.com/office/drawing/2014/main" id="{C4177797-E692-4054-B945-32BE9971C532}"/>
              </a:ext>
            </a:extLst>
          </p:cNvPr>
          <p:cNvSpPr>
            <a:spLocks xmlns:a="http://schemas.openxmlformats.org/drawingml/2006/main" noGrp="1"/>
          </p:cNvSpPr>
          <p:nvPr/>
        </p:nvSpPr>
        <p:spPr>
          <a:xfrm xmlns:a="http://schemas.openxmlformats.org/drawingml/2006/main">
            <a:off x="10326910" y="4191000"/>
            <a:ext cx="97926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הטמעה</a:t>
            </a:r>
          </a:p>
        </p:txBody>
      </p:sp>
      <p:sp>
        <p:nvSpPr>
          <p:cNvPr id="38" name="">
            <a:extLst xmlns:a="http://schemas.openxmlformats.org/drawingml/2006/main">
              <a:ext uri="{FF2B5EF4-FFF2-40B4-BE49-F238E27FC236}">
                <a16:creationId xmlns:a16="http://schemas.microsoft.com/office/drawing/2014/main" id="{CAE88CC8-98FE-4C28-A11A-D4402BDF85BC}"/>
              </a:ext>
            </a:extLst>
          </p:cNvPr>
          <p:cNvSpPr>
            <a:spLocks xmlns:a="http://schemas.openxmlformats.org/drawingml/2006/main" noGrp="1"/>
          </p:cNvSpPr>
          <p:nvPr/>
        </p:nvSpPr>
        <p:spPr>
          <a:xfrm xmlns:a="http://schemas.openxmlformats.org/drawingml/2006/main">
            <a:off x="9208770" y="4191000"/>
            <a:ext cx="104632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ראשונית</a:t>
            </a:r>
          </a:p>
        </p:txBody>
      </p:sp>
      <p:sp>
        <p:nvSpPr>
          <p:cNvPr id="39" name="">
            <a:extLst xmlns:a="http://schemas.openxmlformats.org/drawingml/2006/main">
              <a:ext uri="{FF2B5EF4-FFF2-40B4-BE49-F238E27FC236}">
                <a16:creationId xmlns:a16="http://schemas.microsoft.com/office/drawing/2014/main" id="{9661236B-BB86-4CEB-A2E9-60369D7D1729}"/>
              </a:ext>
            </a:extLst>
          </p:cNvPr>
          <p:cNvSpPr>
            <a:spLocks xmlns:a="http://schemas.openxmlformats.org/drawingml/2006/main" noGrp="1"/>
          </p:cNvSpPr>
          <p:nvPr/>
        </p:nvSpPr>
        <p:spPr>
          <a:xfrm xmlns:a="http://schemas.openxmlformats.org/drawingml/2006/main">
            <a:off x="8432197" y="4191000"/>
            <a:ext cx="70475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כסיוע</a:t>
            </a:r>
          </a:p>
        </p:txBody>
      </p:sp>
      <p:sp>
        <p:nvSpPr>
          <p:cNvPr id="40" name="">
            <a:extLst xmlns:a="http://schemas.openxmlformats.org/drawingml/2006/main">
              <a:ext uri="{FF2B5EF4-FFF2-40B4-BE49-F238E27FC236}">
                <a16:creationId xmlns:a16="http://schemas.microsoft.com/office/drawing/2014/main" id="{F94EF477-5455-433C-A79F-C0B072053F6E}"/>
              </a:ext>
            </a:extLst>
          </p:cNvPr>
          <p:cNvSpPr>
            <a:spLocks xmlns:a="http://schemas.openxmlformats.org/drawingml/2006/main" noGrp="1"/>
          </p:cNvSpPr>
          <p:nvPr/>
        </p:nvSpPr>
        <p:spPr>
          <a:xfrm xmlns:a="http://schemas.openxmlformats.org/drawingml/2006/main">
            <a:off x="7439692" y="4191000"/>
            <a:ext cx="92068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לסמלן,</a:t>
            </a:r>
          </a:p>
        </p:txBody>
      </p:sp>
      <p:sp>
        <p:nvSpPr>
          <p:cNvPr id="41" name="">
            <a:extLst xmlns:a="http://schemas.openxmlformats.org/drawingml/2006/main">
              <a:ext uri="{FF2B5EF4-FFF2-40B4-BE49-F238E27FC236}">
                <a16:creationId xmlns:a16="http://schemas.microsoft.com/office/drawing/2014/main" id="{FF65B93E-D57C-45D6-8E23-F2C1644AC6A6}"/>
              </a:ext>
            </a:extLst>
          </p:cNvPr>
          <p:cNvSpPr>
            <a:spLocks xmlns:a="http://schemas.openxmlformats.org/drawingml/2006/main" noGrp="1"/>
          </p:cNvSpPr>
          <p:nvPr/>
        </p:nvSpPr>
        <p:spPr>
          <a:xfrm xmlns:a="http://schemas.openxmlformats.org/drawingml/2006/main">
            <a:off x="6951726" y="4191000"/>
            <a:ext cx="41614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עם</a:t>
            </a:r>
          </a:p>
        </p:txBody>
      </p:sp>
      <p:sp>
        <p:nvSpPr>
          <p:cNvPr id="42" name="">
            <a:extLst xmlns:a="http://schemas.openxmlformats.org/drawingml/2006/main">
              <a:ext uri="{FF2B5EF4-FFF2-40B4-BE49-F238E27FC236}">
                <a16:creationId xmlns:a16="http://schemas.microsoft.com/office/drawing/2014/main" id="{D4434AAA-AAE9-40AF-95C7-E9477BEFE07F}"/>
              </a:ext>
            </a:extLst>
          </p:cNvPr>
          <p:cNvSpPr>
            <a:spLocks xmlns:a="http://schemas.openxmlformats.org/drawingml/2006/main" noGrp="1"/>
          </p:cNvSpPr>
          <p:nvPr/>
        </p:nvSpPr>
        <p:spPr>
          <a:xfrm xmlns:a="http://schemas.openxmlformats.org/drawingml/2006/main">
            <a:off x="6074474" y="4191000"/>
            <a:ext cx="80543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מדידת</a:t>
            </a:r>
          </a:p>
        </p:txBody>
      </p:sp>
      <p:sp>
        <p:nvSpPr>
          <p:cNvPr id="43" name="">
            <a:extLst xmlns:a="http://schemas.openxmlformats.org/drawingml/2006/main">
              <a:ext uri="{FF2B5EF4-FFF2-40B4-BE49-F238E27FC236}">
                <a16:creationId xmlns:a16="http://schemas.microsoft.com/office/drawing/2014/main" id="{D6694CBC-2765-4C30-A79E-A40038A4C829}"/>
              </a:ext>
            </a:extLst>
          </p:cNvPr>
          <p:cNvSpPr>
            <a:spLocks xmlns:a="http://schemas.openxmlformats.org/drawingml/2006/main" noGrp="1"/>
          </p:cNvSpPr>
          <p:nvPr/>
        </p:nvSpPr>
        <p:spPr>
          <a:xfrm xmlns:a="http://schemas.openxmlformats.org/drawingml/2006/main">
            <a:off x="5584127" y="4191000"/>
            <a:ext cx="41852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זמן</a:t>
            </a:r>
          </a:p>
        </p:txBody>
      </p:sp>
      <p:sp>
        <p:nvSpPr>
          <p:cNvPr id="44" name="">
            <a:extLst xmlns:a="http://schemas.openxmlformats.org/drawingml/2006/main">
              <a:ext uri="{FF2B5EF4-FFF2-40B4-BE49-F238E27FC236}">
                <a16:creationId xmlns:a16="http://schemas.microsoft.com/office/drawing/2014/main" id="{659103C9-4EE3-4A20-AA6A-1FAD1077DB84}"/>
              </a:ext>
            </a:extLst>
          </p:cNvPr>
          <p:cNvSpPr>
            <a:spLocks xmlns:a="http://schemas.openxmlformats.org/drawingml/2006/main" noGrp="1"/>
          </p:cNvSpPr>
          <p:nvPr/>
        </p:nvSpPr>
        <p:spPr>
          <a:xfrm xmlns:a="http://schemas.openxmlformats.org/drawingml/2006/main">
            <a:off x="4705922" y="4191000"/>
            <a:ext cx="80638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טיפול,</a:t>
            </a:r>
          </a:p>
        </p:txBody>
      </p:sp>
      <p:sp>
        <p:nvSpPr>
          <p:cNvPr id="45" name="">
            <a:extLst xmlns:a="http://schemas.openxmlformats.org/drawingml/2006/main">
              <a:ext uri="{FF2B5EF4-FFF2-40B4-BE49-F238E27FC236}">
                <a16:creationId xmlns:a16="http://schemas.microsoft.com/office/drawing/2014/main" id="{401FC68B-7FE4-4004-9B60-20B9BA73F57B}"/>
              </a:ext>
            </a:extLst>
          </p:cNvPr>
          <p:cNvSpPr>
            <a:spLocks xmlns:a="http://schemas.openxmlformats.org/drawingml/2006/main" noGrp="1"/>
          </p:cNvSpPr>
          <p:nvPr/>
        </p:nvSpPr>
        <p:spPr>
          <a:xfrm xmlns:a="http://schemas.openxmlformats.org/drawingml/2006/main">
            <a:off x="3914775" y="4191000"/>
            <a:ext cx="71932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איכות</a:t>
            </a:r>
          </a:p>
        </p:txBody>
      </p:sp>
      <p:sp>
        <p:nvSpPr>
          <p:cNvPr id="46" name="">
            <a:extLst xmlns:a="http://schemas.openxmlformats.org/drawingml/2006/main">
              <a:ext uri="{FF2B5EF4-FFF2-40B4-BE49-F238E27FC236}">
                <a16:creationId xmlns:a16="http://schemas.microsoft.com/office/drawing/2014/main" id="{E4F4EF12-5D24-4224-995C-543759BD2995}"/>
              </a:ext>
            </a:extLst>
          </p:cNvPr>
          <p:cNvSpPr>
            <a:spLocks xmlns:a="http://schemas.openxmlformats.org/drawingml/2006/main" noGrp="1"/>
          </p:cNvSpPr>
          <p:nvPr/>
        </p:nvSpPr>
        <p:spPr>
          <a:xfrm xmlns:a="http://schemas.openxmlformats.org/drawingml/2006/main">
            <a:off x="2836545" y="4191000"/>
            <a:ext cx="100641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וקבוצות</a:t>
            </a:r>
          </a:p>
        </p:txBody>
      </p:sp>
      <p:sp>
        <p:nvSpPr>
          <p:cNvPr id="47" name="">
            <a:extLst xmlns:a="http://schemas.openxmlformats.org/drawingml/2006/main">
              <a:ext uri="{FF2B5EF4-FFF2-40B4-BE49-F238E27FC236}">
                <a16:creationId xmlns:a16="http://schemas.microsoft.com/office/drawing/2014/main" id="{5CAC35A2-BBB1-4D12-AEE3-49AF2AB10BB6}"/>
              </a:ext>
            </a:extLst>
          </p:cNvPr>
          <p:cNvSpPr>
            <a:spLocks xmlns:a="http://schemas.openxmlformats.org/drawingml/2006/main" noGrp="1"/>
          </p:cNvSpPr>
          <p:nvPr/>
        </p:nvSpPr>
        <p:spPr>
          <a:xfrm xmlns:a="http://schemas.openxmlformats.org/drawingml/2006/main">
            <a:off x="1864424" y="4191000"/>
            <a:ext cx="90030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שגיאה.</a:t>
            </a:r>
          </a:p>
        </p:txBody>
      </p:sp>
      <p:sp>
        <p:nvSpPr>
          <p:cNvPr id="48" name="">
            <a:extLst xmlns:a="http://schemas.openxmlformats.org/drawingml/2006/main">
              <a:ext uri="{FF2B5EF4-FFF2-40B4-BE49-F238E27FC236}">
                <a16:creationId xmlns:a16="http://schemas.microsoft.com/office/drawing/2014/main" id="{82324F51-F74B-4BA3-B9BF-5DFFD448DB12}"/>
              </a:ext>
            </a:extLst>
          </p:cNvPr>
          <p:cNvSpPr>
            <a:spLocks xmlns:a="http://schemas.openxmlformats.org/drawingml/2006/main" noGrp="1"/>
          </p:cNvSpPr>
          <p:nvPr/>
        </p:nvSpPr>
        <p:spPr>
          <a:xfrm xmlns:a="http://schemas.openxmlformats.org/drawingml/2006/main">
            <a:off x="1048417" y="4191000"/>
            <a:ext cx="744188"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אישור</a:t>
            </a:r>
          </a:p>
        </p:txBody>
      </p:sp>
      <p:sp>
        <p:nvSpPr>
          <p:cNvPr id="49" name="">
            <a:extLst xmlns:a="http://schemas.openxmlformats.org/drawingml/2006/main">
              <a:ext uri="{FF2B5EF4-FFF2-40B4-BE49-F238E27FC236}">
                <a16:creationId xmlns:a16="http://schemas.microsoft.com/office/drawing/2014/main" id="{515DA1DA-4E6C-4C4B-804B-A0F98C840A37}"/>
              </a:ext>
            </a:extLst>
          </p:cNvPr>
          <p:cNvSpPr>
            <a:spLocks xmlns:a="http://schemas.openxmlformats.org/drawingml/2006/main" noGrp="1"/>
          </p:cNvSpPr>
          <p:nvPr/>
        </p:nvSpPr>
        <p:spPr>
          <a:xfrm xmlns:a="http://schemas.openxmlformats.org/drawingml/2006/main">
            <a:off x="10283285" y="4576763"/>
            <a:ext cx="1022890"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אוטומטי</a:t>
            </a:r>
          </a:p>
        </p:txBody>
      </p:sp>
      <p:sp>
        <p:nvSpPr>
          <p:cNvPr id="50" name="">
            <a:extLst xmlns:a="http://schemas.openxmlformats.org/drawingml/2006/main">
              <a:ext uri="{FF2B5EF4-FFF2-40B4-BE49-F238E27FC236}">
                <a16:creationId xmlns:a16="http://schemas.microsoft.com/office/drawing/2014/main" id="{E98A35CB-077E-490F-9068-32332A7F6FEA}"/>
              </a:ext>
            </a:extLst>
          </p:cNvPr>
          <p:cNvSpPr>
            <a:spLocks xmlns:a="http://schemas.openxmlformats.org/drawingml/2006/main" noGrp="1"/>
          </p:cNvSpPr>
          <p:nvPr/>
        </p:nvSpPr>
        <p:spPr>
          <a:xfrm xmlns:a="http://schemas.openxmlformats.org/drawingml/2006/main">
            <a:off x="9566243" y="4576763"/>
            <a:ext cx="645224"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דורש</a:t>
            </a:r>
          </a:p>
        </p:txBody>
      </p:sp>
      <p:sp>
        <p:nvSpPr>
          <p:cNvPr id="51" name="">
            <a:extLst xmlns:a="http://schemas.openxmlformats.org/drawingml/2006/main">
              <a:ext uri="{FF2B5EF4-FFF2-40B4-BE49-F238E27FC236}">
                <a16:creationId xmlns:a16="http://schemas.microsoft.com/office/drawing/2014/main" id="{5D6E5B7D-131E-468F-82E8-732AB5ACC780}"/>
              </a:ext>
            </a:extLst>
          </p:cNvPr>
          <p:cNvSpPr>
            <a:spLocks xmlns:a="http://schemas.openxmlformats.org/drawingml/2006/main" noGrp="1"/>
          </p:cNvSpPr>
          <p:nvPr/>
        </p:nvSpPr>
        <p:spPr>
          <a:xfrm xmlns:a="http://schemas.openxmlformats.org/drawingml/2006/main">
            <a:off x="8672322" y="4576763"/>
            <a:ext cx="822103"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בדיקה</a:t>
            </a:r>
          </a:p>
        </p:txBody>
      </p:sp>
      <p:sp>
        <p:nvSpPr>
          <p:cNvPr id="52" name="">
            <a:extLst xmlns:a="http://schemas.openxmlformats.org/drawingml/2006/main">
              <a:ext uri="{FF2B5EF4-FFF2-40B4-BE49-F238E27FC236}">
                <a16:creationId xmlns:a16="http://schemas.microsoft.com/office/drawing/2014/main" id="{33431F9F-8301-403B-B3C5-94D6AC2D7127}"/>
              </a:ext>
            </a:extLst>
          </p:cNvPr>
          <p:cNvSpPr>
            <a:spLocks xmlns:a="http://schemas.openxmlformats.org/drawingml/2006/main" noGrp="1"/>
          </p:cNvSpPr>
          <p:nvPr/>
        </p:nvSpPr>
        <p:spPr>
          <a:xfrm xmlns:a="http://schemas.openxmlformats.org/drawingml/2006/main">
            <a:off x="8019764" y="4576763"/>
            <a:ext cx="580739"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וכיול</a:t>
            </a:r>
          </a:p>
        </p:txBody>
      </p:sp>
      <p:sp>
        <p:nvSpPr>
          <p:cNvPr id="53" name="">
            <a:extLst xmlns:a="http://schemas.openxmlformats.org/drawingml/2006/main">
              <a:ext uri="{FF2B5EF4-FFF2-40B4-BE49-F238E27FC236}">
                <a16:creationId xmlns:a16="http://schemas.microsoft.com/office/drawing/2014/main" id="{5A68B466-C217-4527-A344-DBA61E512B09}"/>
              </a:ext>
            </a:extLst>
          </p:cNvPr>
          <p:cNvSpPr>
            <a:spLocks xmlns:a="http://schemas.openxmlformats.org/drawingml/2006/main" noGrp="1"/>
          </p:cNvSpPr>
          <p:nvPr/>
        </p:nvSpPr>
        <p:spPr>
          <a:xfrm xmlns:a="http://schemas.openxmlformats.org/drawingml/2006/main">
            <a:off x="6945821" y="4576763"/>
            <a:ext cx="1002125"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250" b="0">
                <a:solidFill>
                  <a:srgbClr val="173654"/>
                </a:solidFill>
                <a:latin typeface="DejaVu Sans"/>
                <a:ea typeface="DejaVu Sans"/>
                <a:cs typeface="DejaVu Sans"/>
              </a:defRPr>
            </a:defPPr>
            <a:lvl1pPr algn="ctr">
              <a:defRPr sz="2250" b="0">
                <a:solidFill>
                  <a:srgbClr val="173654"/>
                </a:solidFill>
                <a:latin typeface="DejaVu Sans"/>
                <a:ea typeface="DejaVu Sans"/>
                <a:cs typeface="DejaVu Sans"/>
              </a:defRPr>
            </a:lvl1pPr>
            <a:lvl2pPr algn="ctr">
              <a:defRPr sz="2250" b="0">
                <a:solidFill>
                  <a:srgbClr val="173654"/>
                </a:solidFill>
                <a:latin typeface="DejaVu Sans"/>
                <a:ea typeface="DejaVu Sans"/>
                <a:cs typeface="DejaVu Sans"/>
              </a:defRPr>
            </a:lvl2pPr>
            <a:lvl3pPr algn="ctr">
              <a:defRPr sz="2250" b="0">
                <a:solidFill>
                  <a:srgbClr val="173654"/>
                </a:solidFill>
                <a:latin typeface="DejaVu Sans"/>
                <a:ea typeface="DejaVu Sans"/>
                <a:cs typeface="DejaVu Sans"/>
              </a:defRPr>
            </a:lvl3pPr>
            <a:lvl4pPr algn="ctr">
              <a:defRPr sz="2250" b="0">
                <a:solidFill>
                  <a:srgbClr val="173654"/>
                </a:solidFill>
                <a:latin typeface="DejaVu Sans"/>
                <a:ea typeface="DejaVu Sans"/>
                <a:cs typeface="DejaVu Sans"/>
              </a:defRPr>
            </a:lvl4pPr>
            <a:lvl5pPr algn="ctr">
              <a:defRPr sz="2250" b="0">
                <a:solidFill>
                  <a:srgbClr val="173654"/>
                </a:solidFill>
                <a:latin typeface="DejaVu Sans"/>
                <a:ea typeface="DejaVu Sans"/>
                <a:cs typeface="DejaVu Sans"/>
              </a:defRPr>
            </a:lvl5pPr>
            <a:lvl6pPr algn="ctr">
              <a:defRPr sz="2250" b="0">
                <a:solidFill>
                  <a:srgbClr val="173654"/>
                </a:solidFill>
                <a:latin typeface="DejaVu Sans"/>
                <a:ea typeface="DejaVu Sans"/>
                <a:cs typeface="DejaVu Sans"/>
              </a:defRPr>
            </a:lvl6pPr>
            <a:lvl7pPr algn="ctr">
              <a:defRPr sz="2250" b="0">
                <a:solidFill>
                  <a:srgbClr val="173654"/>
                </a:solidFill>
                <a:latin typeface="DejaVu Sans"/>
                <a:ea typeface="DejaVu Sans"/>
                <a:cs typeface="DejaVu Sans"/>
              </a:defRPr>
            </a:lvl7pPr>
            <a:lvl8pPr algn="ctr">
              <a:defRPr sz="2250" b="0">
                <a:solidFill>
                  <a:srgbClr val="173654"/>
                </a:solidFill>
                <a:latin typeface="DejaVu Sans"/>
                <a:ea typeface="DejaVu Sans"/>
                <a:cs typeface="DejaVu Sans"/>
              </a:defRPr>
            </a:lvl8pPr>
            <a:lvl9pPr algn="ctr">
              <a:defRPr sz="2250" b="0">
                <a:solidFill>
                  <a:srgbClr val="173654"/>
                </a:solidFill>
                <a:latin typeface="DejaVu Sans"/>
                <a:ea typeface="DejaVu Sans"/>
                <a:cs typeface="DejaVu Sans"/>
              </a:defRPr>
            </a:lvl9pPr>
          </a:lstStyle>
          <a:p xmlns:a="http://schemas.openxmlformats.org/drawingml/2006/main">
            <a:pPr algn="ctr">
              <a:defRPr sz="2250" b="0">
                <a:solidFill>
                  <a:srgbClr val="173654"/>
                </a:solidFill>
                <a:latin typeface="DejaVu Sans"/>
                <a:ea typeface="DejaVu Sans"/>
                <a:cs typeface="DejaVu Sans"/>
              </a:defRPr>
            </a:pPr>
            <a:r>
              <a:rPr sz="2250" b="0">
                <a:solidFill>
                  <a:srgbClr val="173654"/>
                </a:solidFill>
                <a:latin typeface="DejaVu Sans"/>
                <a:ea typeface="DejaVu Sans"/>
                <a:cs typeface="DejaVu Sans"/>
              </a:rPr>
              <a:t>נפרדים.</a:t>
            </a:r>
          </a:p>
        </p:txBody>
      </p:sp>
    </p:spTree>
    <p:extLst>
      <p:ext uri="{BB962C8B-B14F-4D97-AF65-F5344CB8AC3E}">
        <p14:creationId xmlns:p14="http://schemas.microsoft.com/office/powerpoint/2010/main" val="213398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2026-10-30T11:50:43.7730000Z</dcterms:created>
  <dcterms:modified xsi:type="dcterms:W3CDTF">2026-10-30T11:50:43.7730000Z</dcterms:modified>
</coreProperties>
</file>